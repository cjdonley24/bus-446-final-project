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Win %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Home</c:v>
                </c:pt>
                <c:pt idx="1">
                  <c:v>Away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</c:v>
                </c:pt>
                <c:pt idx="1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93-418A-9799-6D8BB35025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Game Count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≤ -20</c:v>
                </c:pt>
                <c:pt idx="1">
                  <c:v>-19 to -10</c:v>
                </c:pt>
                <c:pt idx="2">
                  <c:v>-9 to -1</c:v>
                </c:pt>
                <c:pt idx="3">
                  <c:v>0 to 9</c:v>
                </c:pt>
                <c:pt idx="4">
                  <c:v>10 to 19</c:v>
                </c:pt>
                <c:pt idx="5">
                  <c:v>≥ 20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80</c:v>
                </c:pt>
                <c:pt idx="2">
                  <c:v>250</c:v>
                </c:pt>
                <c:pt idx="3">
                  <c:v>600</c:v>
                </c:pt>
                <c:pt idx="4">
                  <c:v>200</c:v>
                </c:pt>
                <c:pt idx="5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37-4759-9301-C308C0E15E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Home Win %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56</c:v>
                </c:pt>
                <c:pt idx="1">
                  <c:v>54</c:v>
                </c:pt>
                <c:pt idx="2">
                  <c:v>52</c:v>
                </c:pt>
                <c:pt idx="3">
                  <c:v>55</c:v>
                </c:pt>
                <c:pt idx="4">
                  <c:v>53</c:v>
                </c:pt>
                <c:pt idx="5">
                  <c:v>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403-46B4-8E19-AE8A1CA8D4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Home Win %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Regular Season</c:v>
                </c:pt>
                <c:pt idx="1">
                  <c:v>Playoffs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</c:v>
                </c:pt>
                <c:pt idx="1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73-40B7-860C-16C372262E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Home Win %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Team A</c:v>
                </c:pt>
                <c:pt idx="1">
                  <c:v>Team B</c:v>
                </c:pt>
                <c:pt idx="2">
                  <c:v>Team C</c:v>
                </c:pt>
                <c:pt idx="3">
                  <c:v>Team D</c:v>
                </c:pt>
                <c:pt idx="4">
                  <c:v>Team 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75</c:v>
                </c:pt>
                <c:pt idx="1">
                  <c:v>72</c:v>
                </c:pt>
                <c:pt idx="2">
                  <c:v>70</c:v>
                </c:pt>
                <c:pt idx="3">
                  <c:v>68</c:v>
                </c:pt>
                <c:pt idx="4">
                  <c:v>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1D-44EE-98E1-8C138F3AA6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Key Visualizations and Findings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NFL Home-Field Advantage in the Mahomes Era (2018–Present)</a:t>
            </a:r>
          </a:p>
          <a:p>
            <a:r>
              <a:t>BUS 446 – Final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077200" cy="4525963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Dataset: National Football League Game Outcomes – Mahomes Era (2018–present).</a:t>
            </a:r>
          </a:p>
          <a:p>
            <a:r>
              <a:rPr dirty="0"/>
              <a:t>Unit of analysis: each row is a single NFL regular season or playoff game.</a:t>
            </a:r>
          </a:p>
          <a:p>
            <a:r>
              <a:rPr dirty="0"/>
              <a:t>Goal: quantify the magnitude and patterns of home-field advantage using win percentage and score differential.</a:t>
            </a:r>
          </a:p>
          <a:p>
            <a:r>
              <a:rPr dirty="0"/>
              <a:t>Visualizations below correspond to the three main research questions used in the final project.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1 – Overall Home vs Away Win Percentage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663440"/>
            <a:ext cx="7315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Home teams win about [HOME_WIN_PCT]% of games, versus [AWAY_WIN_PCT]% for away teams.</a:t>
            </a:r>
          </a:p>
          <a:p>
            <a:r>
              <a:rPr dirty="0"/>
              <a:t>Compared to a 50%–50% baseline, this suggests a modest but real home-field advantage.</a:t>
            </a:r>
          </a:p>
          <a:p>
            <a:r>
              <a:rPr dirty="0"/>
              <a:t>Replace sample values (55 vs 45) with your actual calculated win percentages.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2 – Distribution of Score Differential (Home − Away)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663440"/>
            <a:ext cx="7772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Histogram of score_diff = home_score − away_score.</a:t>
            </a:r>
          </a:p>
          <a:p>
            <a:r>
              <a:t>Distribution is slightly shifted to the right of zero, indicating a small average scoring edge</a:t>
            </a:r>
          </a:p>
          <a:p>
            <a:r>
              <a:t>for home teams. Fill in mean, median, and standard deviation with your actual values.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3 – Home Win Percentage by Season (2018–Present)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663440"/>
            <a:ext cx="73964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Line chart of home win percentage by season. Look for changes around the 2020 COVID season.</a:t>
            </a:r>
          </a:p>
          <a:p>
            <a:r>
              <a:rPr dirty="0"/>
              <a:t>Update the percentages once you compute season-level home win rates from the dataset.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4 – Regular Season vs Playoff Home Win Rate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663440"/>
            <a:ext cx="7772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Comparison of home win percentage in regular season versus playoff games.</a:t>
            </a:r>
          </a:p>
          <a:p>
            <a:r>
              <a:t>If playoff home win rate is higher, it suggests home-field advantage may be stronger</a:t>
            </a:r>
          </a:p>
          <a:p>
            <a:r>
              <a:t>in high-stakes environments. Replace the sample values with your own calculations.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5 – Top Teams by Home Win Percentage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663440"/>
            <a:ext cx="7498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Top franchises ranked by home win percentage during 2018–present.</a:t>
            </a:r>
          </a:p>
          <a:p>
            <a:r>
              <a:rPr dirty="0"/>
              <a:t>Replace 'Team A'–'Team E' and the sample percentages with the actual top teams and values</a:t>
            </a:r>
          </a:p>
          <a:p>
            <a:r>
              <a:rPr dirty="0"/>
              <a:t>from your analysis.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and Caveats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967133" cy="4377267"/>
          </a:xfrm>
        </p:spPr>
        <p:txBody>
          <a:bodyPr>
            <a:normAutofit fontScale="85000" lnSpcReduction="10000"/>
          </a:bodyPr>
          <a:lstStyle/>
          <a:p>
            <a:r>
              <a:rPr dirty="0"/>
              <a:t>Visuals show that home teams generally win more often and outscore away teams by a small margin.</a:t>
            </a:r>
          </a:p>
          <a:p>
            <a:r>
              <a:rPr dirty="0"/>
              <a:t>Home-field advantage appears to vary over time and may have been affected by the 2020 COVID season.</a:t>
            </a:r>
          </a:p>
          <a:p>
            <a:r>
              <a:rPr dirty="0"/>
              <a:t>Playoff and team-level breakdowns suggest that context (stakes, stadium, climate, team strength) matters.</a:t>
            </a:r>
          </a:p>
          <a:p>
            <a:r>
              <a:rPr dirty="0"/>
              <a:t>Limitations: no control for team quality, injuries, betting lines, or weather; results are descriptive, not causal.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445</Words>
  <Application>Microsoft Office PowerPoint</Application>
  <PresentationFormat>On-screen Show (4:3)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Key Visualizations and Findings</vt:lpstr>
      <vt:lpstr>Overview</vt:lpstr>
      <vt:lpstr>Figure 1 – Overall Home vs Away Win Percentage</vt:lpstr>
      <vt:lpstr>Figure 2 – Distribution of Score Differential (Home − Away)</vt:lpstr>
      <vt:lpstr>Figure 3 – Home Win Percentage by Season (2018–Present)</vt:lpstr>
      <vt:lpstr>Figure 4 – Regular Season vs Playoff Home Win Rate</vt:lpstr>
      <vt:lpstr>Figure 5 – Top Teams by Home Win Percentage</vt:lpstr>
      <vt:lpstr>Summary and Caveats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Donley, Connor</cp:lastModifiedBy>
  <cp:revision>2</cp:revision>
  <dcterms:created xsi:type="dcterms:W3CDTF">2013-01-27T09:14:16Z</dcterms:created>
  <dcterms:modified xsi:type="dcterms:W3CDTF">2025-11-30T21:47:12Z</dcterms:modified>
  <cp:category/>
</cp:coreProperties>
</file>