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659023-A993-D4CE-E45A-5585D8AA8ED4}" v="205" dt="2025-12-11T16:00:30.5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5/10/relationships/revisionInfo" Target="revisionInfo.xml"/></Relationships>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ata2.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_rels/data3.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diagrams/_rels/data4.xml.rels><?xml version="1.0" encoding="UTF-8" standalone="yes"?>
<Relationships xmlns="http://schemas.openxmlformats.org/package/2006/relationships"><Relationship Id="rId8" Type="http://schemas.openxmlformats.org/officeDocument/2006/relationships/image" Target="../media/image38.svg"/><Relationship Id="rId13" Type="http://schemas.openxmlformats.org/officeDocument/2006/relationships/image" Target="../media/image41.png"/><Relationship Id="rId3" Type="http://schemas.openxmlformats.org/officeDocument/2006/relationships/image" Target="../media/image33.png"/><Relationship Id="rId7" Type="http://schemas.openxmlformats.org/officeDocument/2006/relationships/image" Target="../media/image37.png"/><Relationship Id="rId12" Type="http://schemas.openxmlformats.org/officeDocument/2006/relationships/image" Target="../media/image14.svg"/><Relationship Id="rId2" Type="http://schemas.openxmlformats.org/officeDocument/2006/relationships/image" Target="../media/image32.svg"/><Relationship Id="rId16" Type="http://schemas.openxmlformats.org/officeDocument/2006/relationships/image" Target="../media/image44.svg"/><Relationship Id="rId1" Type="http://schemas.openxmlformats.org/officeDocument/2006/relationships/image" Target="../media/image31.png"/><Relationship Id="rId6" Type="http://schemas.openxmlformats.org/officeDocument/2006/relationships/image" Target="../media/image36.svg"/><Relationship Id="rId11" Type="http://schemas.openxmlformats.org/officeDocument/2006/relationships/image" Target="../media/image13.png"/><Relationship Id="rId5" Type="http://schemas.openxmlformats.org/officeDocument/2006/relationships/image" Target="../media/image35.png"/><Relationship Id="rId15" Type="http://schemas.openxmlformats.org/officeDocument/2006/relationships/image" Target="../media/image43.png"/><Relationship Id="rId10" Type="http://schemas.openxmlformats.org/officeDocument/2006/relationships/image" Target="../media/image40.svg"/><Relationship Id="rId4" Type="http://schemas.openxmlformats.org/officeDocument/2006/relationships/image" Target="../media/image34.svg"/><Relationship Id="rId9" Type="http://schemas.openxmlformats.org/officeDocument/2006/relationships/image" Target="../media/image39.png"/><Relationship Id="rId14" Type="http://schemas.openxmlformats.org/officeDocument/2006/relationships/image" Target="../media/image42.svg"/></Relationships>
</file>

<file path=ppt/diagrams/_rels/data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svg"/><Relationship Id="rId1" Type="http://schemas.openxmlformats.org/officeDocument/2006/relationships/image" Target="../media/image51.png"/><Relationship Id="rId6" Type="http://schemas.openxmlformats.org/officeDocument/2006/relationships/image" Target="../media/image56.svg"/><Relationship Id="rId5" Type="http://schemas.openxmlformats.org/officeDocument/2006/relationships/image" Target="../media/image55.png"/><Relationship Id="rId4" Type="http://schemas.openxmlformats.org/officeDocument/2006/relationships/image" Target="../media/image54.svg"/></Relationships>
</file>

<file path=ppt/diagrams/_rels/data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svg"/><Relationship Id="rId1" Type="http://schemas.openxmlformats.org/officeDocument/2006/relationships/image" Target="../media/image58.png"/><Relationship Id="rId6" Type="http://schemas.openxmlformats.org/officeDocument/2006/relationships/image" Target="../media/image63.svg"/><Relationship Id="rId5" Type="http://schemas.openxmlformats.org/officeDocument/2006/relationships/image" Target="../media/image62.png"/><Relationship Id="rId4" Type="http://schemas.openxmlformats.org/officeDocument/2006/relationships/image" Target="../media/image61.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rawing2.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_rels/drawing3.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diagrams/_rels/drawing4.xml.rels><?xml version="1.0" encoding="UTF-8" standalone="yes"?>
<Relationships xmlns="http://schemas.openxmlformats.org/package/2006/relationships"><Relationship Id="rId8" Type="http://schemas.openxmlformats.org/officeDocument/2006/relationships/image" Target="../media/image38.svg"/><Relationship Id="rId13" Type="http://schemas.openxmlformats.org/officeDocument/2006/relationships/image" Target="../media/image41.png"/><Relationship Id="rId3" Type="http://schemas.openxmlformats.org/officeDocument/2006/relationships/image" Target="../media/image33.png"/><Relationship Id="rId7" Type="http://schemas.openxmlformats.org/officeDocument/2006/relationships/image" Target="../media/image37.png"/><Relationship Id="rId12" Type="http://schemas.openxmlformats.org/officeDocument/2006/relationships/image" Target="../media/image14.svg"/><Relationship Id="rId2" Type="http://schemas.openxmlformats.org/officeDocument/2006/relationships/image" Target="../media/image32.svg"/><Relationship Id="rId16" Type="http://schemas.openxmlformats.org/officeDocument/2006/relationships/image" Target="../media/image44.svg"/><Relationship Id="rId1" Type="http://schemas.openxmlformats.org/officeDocument/2006/relationships/image" Target="../media/image31.png"/><Relationship Id="rId6" Type="http://schemas.openxmlformats.org/officeDocument/2006/relationships/image" Target="../media/image36.svg"/><Relationship Id="rId11" Type="http://schemas.openxmlformats.org/officeDocument/2006/relationships/image" Target="../media/image13.png"/><Relationship Id="rId5" Type="http://schemas.openxmlformats.org/officeDocument/2006/relationships/image" Target="../media/image35.png"/><Relationship Id="rId15" Type="http://schemas.openxmlformats.org/officeDocument/2006/relationships/image" Target="../media/image43.png"/><Relationship Id="rId10" Type="http://schemas.openxmlformats.org/officeDocument/2006/relationships/image" Target="../media/image40.svg"/><Relationship Id="rId4" Type="http://schemas.openxmlformats.org/officeDocument/2006/relationships/image" Target="../media/image34.svg"/><Relationship Id="rId9" Type="http://schemas.openxmlformats.org/officeDocument/2006/relationships/image" Target="../media/image39.png"/><Relationship Id="rId14" Type="http://schemas.openxmlformats.org/officeDocument/2006/relationships/image" Target="../media/image42.svg"/></Relationships>
</file>

<file path=ppt/diagrams/_rels/drawing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svg"/><Relationship Id="rId1" Type="http://schemas.openxmlformats.org/officeDocument/2006/relationships/image" Target="../media/image51.png"/><Relationship Id="rId6" Type="http://schemas.openxmlformats.org/officeDocument/2006/relationships/image" Target="../media/image56.svg"/><Relationship Id="rId5" Type="http://schemas.openxmlformats.org/officeDocument/2006/relationships/image" Target="../media/image55.png"/><Relationship Id="rId4" Type="http://schemas.openxmlformats.org/officeDocument/2006/relationships/image" Target="../media/image54.svg"/></Relationships>
</file>

<file path=ppt/diagrams/_rels/drawing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svg"/><Relationship Id="rId1" Type="http://schemas.openxmlformats.org/officeDocument/2006/relationships/image" Target="../media/image58.png"/><Relationship Id="rId6" Type="http://schemas.openxmlformats.org/officeDocument/2006/relationships/image" Target="../media/image63.svg"/><Relationship Id="rId5" Type="http://schemas.openxmlformats.org/officeDocument/2006/relationships/image" Target="../media/image62.png"/><Relationship Id="rId4" Type="http://schemas.openxmlformats.org/officeDocument/2006/relationships/image" Target="../media/image61.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data1.xml><?xml version="1.0" encoding="utf-8"?>
<dgm:dataModel xmlns:dgm="http://schemas.openxmlformats.org/drawingml/2006/diagram" xmlns:a="http://schemas.openxmlformats.org/drawingml/2006/main">
  <dgm:ptLst>
    <dgm:pt modelId="{8BB9AFA0-F329-4D48-91AB-808462D22816}"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E14DCFD3-3A22-4EBF-87FE-CEB5AF839B6E}">
      <dgm:prSet/>
      <dgm:spPr/>
      <dgm:t>
        <a:bodyPr/>
        <a:lstStyle/>
        <a:p>
          <a:pPr>
            <a:lnSpc>
              <a:spcPct val="100000"/>
            </a:lnSpc>
          </a:pPr>
          <a:r>
            <a:rPr lang="en-US"/>
            <a:t>Understanding Home-Field Advantage</a:t>
          </a:r>
        </a:p>
      </dgm:t>
    </dgm:pt>
    <dgm:pt modelId="{23210830-20FC-41AD-BB53-3ABA9A0EFC2C}" type="parTrans" cxnId="{C8BCDD54-DA12-4F2D-95EE-AF46975F2DB9}">
      <dgm:prSet/>
      <dgm:spPr/>
      <dgm:t>
        <a:bodyPr/>
        <a:lstStyle/>
        <a:p>
          <a:endParaRPr lang="en-US"/>
        </a:p>
      </dgm:t>
    </dgm:pt>
    <dgm:pt modelId="{99945154-4E7D-4501-8C47-DF7D22645FC8}" type="sibTrans" cxnId="{C8BCDD54-DA12-4F2D-95EE-AF46975F2DB9}">
      <dgm:prSet/>
      <dgm:spPr/>
      <dgm:t>
        <a:bodyPr/>
        <a:lstStyle/>
        <a:p>
          <a:pPr>
            <a:lnSpc>
              <a:spcPct val="100000"/>
            </a:lnSpc>
          </a:pPr>
          <a:endParaRPr lang="en-US"/>
        </a:p>
      </dgm:t>
    </dgm:pt>
    <dgm:pt modelId="{E5645DDB-07F0-4D8F-8802-EB1652757BE6}">
      <dgm:prSet/>
      <dgm:spPr/>
      <dgm:t>
        <a:bodyPr/>
        <a:lstStyle/>
        <a:p>
          <a:pPr>
            <a:lnSpc>
              <a:spcPct val="100000"/>
            </a:lnSpc>
          </a:pPr>
          <a:r>
            <a:rPr lang="en-US"/>
            <a:t>Data &amp; Method</a:t>
          </a:r>
        </a:p>
      </dgm:t>
    </dgm:pt>
    <dgm:pt modelId="{8A4C06B5-8B82-40D9-8439-D0EB84C08AE0}" type="parTrans" cxnId="{2CB3A1A8-45B1-48E6-A29C-FAC168F207C5}">
      <dgm:prSet/>
      <dgm:spPr/>
      <dgm:t>
        <a:bodyPr/>
        <a:lstStyle/>
        <a:p>
          <a:endParaRPr lang="en-US"/>
        </a:p>
      </dgm:t>
    </dgm:pt>
    <dgm:pt modelId="{D02F7A9E-D25C-42CD-BDE8-B1E0EB14F82C}" type="sibTrans" cxnId="{2CB3A1A8-45B1-48E6-A29C-FAC168F207C5}">
      <dgm:prSet/>
      <dgm:spPr/>
      <dgm:t>
        <a:bodyPr/>
        <a:lstStyle/>
        <a:p>
          <a:pPr>
            <a:lnSpc>
              <a:spcPct val="100000"/>
            </a:lnSpc>
          </a:pPr>
          <a:endParaRPr lang="en-US"/>
        </a:p>
      </dgm:t>
    </dgm:pt>
    <dgm:pt modelId="{524598B1-925C-4EC8-84A9-C9CC3B09CAC9}">
      <dgm:prSet/>
      <dgm:spPr/>
      <dgm:t>
        <a:bodyPr/>
        <a:lstStyle/>
        <a:p>
          <a:pPr>
            <a:lnSpc>
              <a:spcPct val="100000"/>
            </a:lnSpc>
          </a:pPr>
          <a:r>
            <a:rPr lang="en-US"/>
            <a:t>Key Results &amp; Visualizations</a:t>
          </a:r>
        </a:p>
      </dgm:t>
    </dgm:pt>
    <dgm:pt modelId="{8ED4BBFE-7649-40C9-BFF8-AE6F186109BF}" type="parTrans" cxnId="{8A5CB69C-3882-43E7-AFD9-2B18087DD1BE}">
      <dgm:prSet/>
      <dgm:spPr/>
      <dgm:t>
        <a:bodyPr/>
        <a:lstStyle/>
        <a:p>
          <a:endParaRPr lang="en-US"/>
        </a:p>
      </dgm:t>
    </dgm:pt>
    <dgm:pt modelId="{C9DB1ABF-AC65-4B3C-92F8-EC81977DF90D}" type="sibTrans" cxnId="{8A5CB69C-3882-43E7-AFD9-2B18087DD1BE}">
      <dgm:prSet/>
      <dgm:spPr/>
      <dgm:t>
        <a:bodyPr/>
        <a:lstStyle/>
        <a:p>
          <a:pPr>
            <a:lnSpc>
              <a:spcPct val="100000"/>
            </a:lnSpc>
          </a:pPr>
          <a:endParaRPr lang="en-US"/>
        </a:p>
      </dgm:t>
    </dgm:pt>
    <dgm:pt modelId="{691B358E-2EEF-40C4-B315-86B66FB1E069}">
      <dgm:prSet/>
      <dgm:spPr/>
      <dgm:t>
        <a:bodyPr/>
        <a:lstStyle/>
        <a:p>
          <a:pPr>
            <a:lnSpc>
              <a:spcPct val="100000"/>
            </a:lnSpc>
          </a:pPr>
          <a:r>
            <a:rPr lang="en-US"/>
            <a:t>Business Insights &amp; Recommendations</a:t>
          </a:r>
        </a:p>
      </dgm:t>
    </dgm:pt>
    <dgm:pt modelId="{1AE912D7-59FE-4115-8455-0A2E49C23DD6}" type="parTrans" cxnId="{3D82E78B-1623-4164-9443-EC527C8189C7}">
      <dgm:prSet/>
      <dgm:spPr/>
      <dgm:t>
        <a:bodyPr/>
        <a:lstStyle/>
        <a:p>
          <a:endParaRPr lang="en-US"/>
        </a:p>
      </dgm:t>
    </dgm:pt>
    <dgm:pt modelId="{FD00EB5A-91E6-4B0D-B0AC-98DDEC801F17}" type="sibTrans" cxnId="{3D82E78B-1623-4164-9443-EC527C8189C7}">
      <dgm:prSet/>
      <dgm:spPr/>
      <dgm:t>
        <a:bodyPr/>
        <a:lstStyle/>
        <a:p>
          <a:pPr>
            <a:lnSpc>
              <a:spcPct val="100000"/>
            </a:lnSpc>
          </a:pPr>
          <a:endParaRPr lang="en-US"/>
        </a:p>
      </dgm:t>
    </dgm:pt>
    <dgm:pt modelId="{EF620FB6-0EDD-4F64-8D4D-BC5FCC1834FA}">
      <dgm:prSet/>
      <dgm:spPr/>
      <dgm:t>
        <a:bodyPr/>
        <a:lstStyle/>
        <a:p>
          <a:pPr>
            <a:lnSpc>
              <a:spcPct val="100000"/>
            </a:lnSpc>
          </a:pPr>
          <a:r>
            <a:rPr lang="en-US"/>
            <a:t>GitHub Project Structure &amp; Next Steps</a:t>
          </a:r>
        </a:p>
      </dgm:t>
    </dgm:pt>
    <dgm:pt modelId="{E2160DEA-8C20-47E1-A96B-8A0D08341111}" type="parTrans" cxnId="{5C5414A1-D1C4-462E-9D0B-82EE75D9659B}">
      <dgm:prSet/>
      <dgm:spPr/>
      <dgm:t>
        <a:bodyPr/>
        <a:lstStyle/>
        <a:p>
          <a:endParaRPr lang="en-US"/>
        </a:p>
      </dgm:t>
    </dgm:pt>
    <dgm:pt modelId="{1C81F7B9-1ECD-4F26-B1E8-9318B0FB8288}" type="sibTrans" cxnId="{5C5414A1-D1C4-462E-9D0B-82EE75D9659B}">
      <dgm:prSet/>
      <dgm:spPr/>
      <dgm:t>
        <a:bodyPr/>
        <a:lstStyle/>
        <a:p>
          <a:endParaRPr lang="en-US"/>
        </a:p>
      </dgm:t>
    </dgm:pt>
    <dgm:pt modelId="{A1E0CED7-98CD-4810-876B-CE8DAE3C11E8}" type="pres">
      <dgm:prSet presAssocID="{8BB9AFA0-F329-4D48-91AB-808462D22816}" presName="root" presStyleCnt="0">
        <dgm:presLayoutVars>
          <dgm:dir/>
          <dgm:resizeHandles val="exact"/>
        </dgm:presLayoutVars>
      </dgm:prSet>
      <dgm:spPr/>
    </dgm:pt>
    <dgm:pt modelId="{6552FC94-86D9-4EAB-9677-4E6A26260165}" type="pres">
      <dgm:prSet presAssocID="{8BB9AFA0-F329-4D48-91AB-808462D22816}" presName="container" presStyleCnt="0">
        <dgm:presLayoutVars>
          <dgm:dir/>
          <dgm:resizeHandles val="exact"/>
        </dgm:presLayoutVars>
      </dgm:prSet>
      <dgm:spPr/>
    </dgm:pt>
    <dgm:pt modelId="{8F3B7F49-355B-42E6-89D7-68A45D544774}" type="pres">
      <dgm:prSet presAssocID="{E14DCFD3-3A22-4EBF-87FE-CEB5AF839B6E}" presName="compNode" presStyleCnt="0"/>
      <dgm:spPr/>
    </dgm:pt>
    <dgm:pt modelId="{3D0612E8-6567-4BEE-864B-419003C5600A}" type="pres">
      <dgm:prSet presAssocID="{E14DCFD3-3A22-4EBF-87FE-CEB5AF839B6E}" presName="iconBgRect" presStyleLbl="bgShp" presStyleIdx="0" presStyleCnt="5"/>
      <dgm:spPr/>
    </dgm:pt>
    <dgm:pt modelId="{2BF6D17B-7888-448D-B0E5-C81FF7740E5D}" type="pres">
      <dgm:prSet presAssocID="{E14DCFD3-3A22-4EBF-87FE-CEB5AF839B6E}"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ouse"/>
        </a:ext>
      </dgm:extLst>
    </dgm:pt>
    <dgm:pt modelId="{5F41B597-913B-4463-90A9-ABF64545697E}" type="pres">
      <dgm:prSet presAssocID="{E14DCFD3-3A22-4EBF-87FE-CEB5AF839B6E}" presName="spaceRect" presStyleCnt="0"/>
      <dgm:spPr/>
    </dgm:pt>
    <dgm:pt modelId="{7FB63783-3CC8-44B7-AAF1-09083AA4BADB}" type="pres">
      <dgm:prSet presAssocID="{E14DCFD3-3A22-4EBF-87FE-CEB5AF839B6E}" presName="textRect" presStyleLbl="revTx" presStyleIdx="0" presStyleCnt="5">
        <dgm:presLayoutVars>
          <dgm:chMax val="1"/>
          <dgm:chPref val="1"/>
        </dgm:presLayoutVars>
      </dgm:prSet>
      <dgm:spPr/>
    </dgm:pt>
    <dgm:pt modelId="{6C8CC6C8-3743-4DC0-8409-73EAABE725FF}" type="pres">
      <dgm:prSet presAssocID="{99945154-4E7D-4501-8C47-DF7D22645FC8}" presName="sibTrans" presStyleLbl="sibTrans2D1" presStyleIdx="0" presStyleCnt="0"/>
      <dgm:spPr/>
    </dgm:pt>
    <dgm:pt modelId="{790A8AFE-1C17-4D6C-9337-27B5BF402875}" type="pres">
      <dgm:prSet presAssocID="{E5645DDB-07F0-4D8F-8802-EB1652757BE6}" presName="compNode" presStyleCnt="0"/>
      <dgm:spPr/>
    </dgm:pt>
    <dgm:pt modelId="{9A98D452-EA22-4A50-8D57-AFA3DE5B95C8}" type="pres">
      <dgm:prSet presAssocID="{E5645DDB-07F0-4D8F-8802-EB1652757BE6}" presName="iconBgRect" presStyleLbl="bgShp" presStyleIdx="1" presStyleCnt="5"/>
      <dgm:spPr/>
    </dgm:pt>
    <dgm:pt modelId="{316CD514-5CA7-4058-8199-FCDDA47F2DCA}" type="pres">
      <dgm:prSet presAssocID="{E5645DDB-07F0-4D8F-8802-EB1652757BE6}"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atabase"/>
        </a:ext>
      </dgm:extLst>
    </dgm:pt>
    <dgm:pt modelId="{3A27CF34-C336-4A3D-91FC-44C29A06B2E2}" type="pres">
      <dgm:prSet presAssocID="{E5645DDB-07F0-4D8F-8802-EB1652757BE6}" presName="spaceRect" presStyleCnt="0"/>
      <dgm:spPr/>
    </dgm:pt>
    <dgm:pt modelId="{DCEE75AA-1D20-432C-94B2-2A537FA211BF}" type="pres">
      <dgm:prSet presAssocID="{E5645DDB-07F0-4D8F-8802-EB1652757BE6}" presName="textRect" presStyleLbl="revTx" presStyleIdx="1" presStyleCnt="5">
        <dgm:presLayoutVars>
          <dgm:chMax val="1"/>
          <dgm:chPref val="1"/>
        </dgm:presLayoutVars>
      </dgm:prSet>
      <dgm:spPr/>
    </dgm:pt>
    <dgm:pt modelId="{123301B9-9CC2-4766-8289-B1B8DEC1DB1E}" type="pres">
      <dgm:prSet presAssocID="{D02F7A9E-D25C-42CD-BDE8-B1E0EB14F82C}" presName="sibTrans" presStyleLbl="sibTrans2D1" presStyleIdx="0" presStyleCnt="0"/>
      <dgm:spPr/>
    </dgm:pt>
    <dgm:pt modelId="{6620A2AA-8F6F-4899-A28A-44BB9474AD83}" type="pres">
      <dgm:prSet presAssocID="{524598B1-925C-4EC8-84A9-C9CC3B09CAC9}" presName="compNode" presStyleCnt="0"/>
      <dgm:spPr/>
    </dgm:pt>
    <dgm:pt modelId="{E8A0BEC3-C918-4FC7-915C-B6E53F99279D}" type="pres">
      <dgm:prSet presAssocID="{524598B1-925C-4EC8-84A9-C9CC3B09CAC9}" presName="iconBgRect" presStyleLbl="bgShp" presStyleIdx="2" presStyleCnt="5"/>
      <dgm:spPr/>
    </dgm:pt>
    <dgm:pt modelId="{82AE2557-1814-43C6-BE13-0888AA142BC6}" type="pres">
      <dgm:prSet presAssocID="{524598B1-925C-4EC8-84A9-C9CC3B09CAC9}"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Bar chart"/>
        </a:ext>
      </dgm:extLst>
    </dgm:pt>
    <dgm:pt modelId="{4C2B0231-AC6E-499D-8B41-413D33D33973}" type="pres">
      <dgm:prSet presAssocID="{524598B1-925C-4EC8-84A9-C9CC3B09CAC9}" presName="spaceRect" presStyleCnt="0"/>
      <dgm:spPr/>
    </dgm:pt>
    <dgm:pt modelId="{2A8BBB41-0E3F-4155-A1F0-CDE5C04B23A6}" type="pres">
      <dgm:prSet presAssocID="{524598B1-925C-4EC8-84A9-C9CC3B09CAC9}" presName="textRect" presStyleLbl="revTx" presStyleIdx="2" presStyleCnt="5">
        <dgm:presLayoutVars>
          <dgm:chMax val="1"/>
          <dgm:chPref val="1"/>
        </dgm:presLayoutVars>
      </dgm:prSet>
      <dgm:spPr/>
    </dgm:pt>
    <dgm:pt modelId="{3496A5A5-0297-4283-A0C5-9EC0EB64DD96}" type="pres">
      <dgm:prSet presAssocID="{C9DB1ABF-AC65-4B3C-92F8-EC81977DF90D}" presName="sibTrans" presStyleLbl="sibTrans2D1" presStyleIdx="0" presStyleCnt="0"/>
      <dgm:spPr/>
    </dgm:pt>
    <dgm:pt modelId="{C877AD81-289F-479F-8F92-109517B98F71}" type="pres">
      <dgm:prSet presAssocID="{691B358E-2EEF-40C4-B315-86B66FB1E069}" presName="compNode" presStyleCnt="0"/>
      <dgm:spPr/>
    </dgm:pt>
    <dgm:pt modelId="{6D85A3CD-B4C6-41CD-9952-458329D70D4B}" type="pres">
      <dgm:prSet presAssocID="{691B358E-2EEF-40C4-B315-86B66FB1E069}" presName="iconBgRect" presStyleLbl="bgShp" presStyleIdx="3" presStyleCnt="5"/>
      <dgm:spPr/>
    </dgm:pt>
    <dgm:pt modelId="{D55DC0F6-F1CC-405E-A366-0A25931FF0F5}" type="pres">
      <dgm:prSet presAssocID="{691B358E-2EEF-40C4-B315-86B66FB1E069}"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Lightbulb"/>
        </a:ext>
      </dgm:extLst>
    </dgm:pt>
    <dgm:pt modelId="{5AD5BC83-469F-4BDD-9DEC-3D1AD5D464A2}" type="pres">
      <dgm:prSet presAssocID="{691B358E-2EEF-40C4-B315-86B66FB1E069}" presName="spaceRect" presStyleCnt="0"/>
      <dgm:spPr/>
    </dgm:pt>
    <dgm:pt modelId="{8F1A2F93-42F1-445D-937B-8BC7A2F7C74C}" type="pres">
      <dgm:prSet presAssocID="{691B358E-2EEF-40C4-B315-86B66FB1E069}" presName="textRect" presStyleLbl="revTx" presStyleIdx="3" presStyleCnt="5">
        <dgm:presLayoutVars>
          <dgm:chMax val="1"/>
          <dgm:chPref val="1"/>
        </dgm:presLayoutVars>
      </dgm:prSet>
      <dgm:spPr/>
    </dgm:pt>
    <dgm:pt modelId="{CE0B7C75-EA0A-46AF-9D24-19AC6AE2146B}" type="pres">
      <dgm:prSet presAssocID="{FD00EB5A-91E6-4B0D-B0AC-98DDEC801F17}" presName="sibTrans" presStyleLbl="sibTrans2D1" presStyleIdx="0" presStyleCnt="0"/>
      <dgm:spPr/>
    </dgm:pt>
    <dgm:pt modelId="{734B2B25-B7BF-4847-B1B9-FAA29913E65A}" type="pres">
      <dgm:prSet presAssocID="{EF620FB6-0EDD-4F64-8D4D-BC5FCC1834FA}" presName="compNode" presStyleCnt="0"/>
      <dgm:spPr/>
    </dgm:pt>
    <dgm:pt modelId="{2D9410DD-1B66-4967-8E0B-50646CC936EF}" type="pres">
      <dgm:prSet presAssocID="{EF620FB6-0EDD-4F64-8D4D-BC5FCC1834FA}" presName="iconBgRect" presStyleLbl="bgShp" presStyleIdx="4" presStyleCnt="5"/>
      <dgm:spPr/>
    </dgm:pt>
    <dgm:pt modelId="{8F11F998-768D-4649-8367-977DCB15FDA2}" type="pres">
      <dgm:prSet presAssocID="{EF620FB6-0EDD-4F64-8D4D-BC5FCC1834FA}"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Open Folder"/>
        </a:ext>
      </dgm:extLst>
    </dgm:pt>
    <dgm:pt modelId="{BF9F7A44-1021-475B-BC26-9CEAA1573C78}" type="pres">
      <dgm:prSet presAssocID="{EF620FB6-0EDD-4F64-8D4D-BC5FCC1834FA}" presName="spaceRect" presStyleCnt="0"/>
      <dgm:spPr/>
    </dgm:pt>
    <dgm:pt modelId="{ABD99BF6-A79C-40C4-A99E-97B2B1E1977E}" type="pres">
      <dgm:prSet presAssocID="{EF620FB6-0EDD-4F64-8D4D-BC5FCC1834FA}" presName="textRect" presStyleLbl="revTx" presStyleIdx="4" presStyleCnt="5">
        <dgm:presLayoutVars>
          <dgm:chMax val="1"/>
          <dgm:chPref val="1"/>
        </dgm:presLayoutVars>
      </dgm:prSet>
      <dgm:spPr/>
    </dgm:pt>
  </dgm:ptLst>
  <dgm:cxnLst>
    <dgm:cxn modelId="{A575A93E-6486-407B-B0AC-DF21624F21F6}" type="presOf" srcId="{8BB9AFA0-F329-4D48-91AB-808462D22816}" destId="{A1E0CED7-98CD-4810-876B-CE8DAE3C11E8}" srcOrd="0" destOrd="0" presId="urn:microsoft.com/office/officeart/2018/2/layout/IconCircleList"/>
    <dgm:cxn modelId="{A8663941-DF5D-4DBD-8072-33323C7194E2}" type="presOf" srcId="{FD00EB5A-91E6-4B0D-B0AC-98DDEC801F17}" destId="{CE0B7C75-EA0A-46AF-9D24-19AC6AE2146B}" srcOrd="0" destOrd="0" presId="urn:microsoft.com/office/officeart/2018/2/layout/IconCircleList"/>
    <dgm:cxn modelId="{55021844-086B-42C0-84E1-FB91F7849859}" type="presOf" srcId="{691B358E-2EEF-40C4-B315-86B66FB1E069}" destId="{8F1A2F93-42F1-445D-937B-8BC7A2F7C74C}" srcOrd="0" destOrd="0" presId="urn:microsoft.com/office/officeart/2018/2/layout/IconCircleList"/>
    <dgm:cxn modelId="{C8BCDD54-DA12-4F2D-95EE-AF46975F2DB9}" srcId="{8BB9AFA0-F329-4D48-91AB-808462D22816}" destId="{E14DCFD3-3A22-4EBF-87FE-CEB5AF839B6E}" srcOrd="0" destOrd="0" parTransId="{23210830-20FC-41AD-BB53-3ABA9A0EFC2C}" sibTransId="{99945154-4E7D-4501-8C47-DF7D22645FC8}"/>
    <dgm:cxn modelId="{1DC05286-FF24-4CAA-8DD6-8998F13B0650}" type="presOf" srcId="{99945154-4E7D-4501-8C47-DF7D22645FC8}" destId="{6C8CC6C8-3743-4DC0-8409-73EAABE725FF}" srcOrd="0" destOrd="0" presId="urn:microsoft.com/office/officeart/2018/2/layout/IconCircleList"/>
    <dgm:cxn modelId="{3D82E78B-1623-4164-9443-EC527C8189C7}" srcId="{8BB9AFA0-F329-4D48-91AB-808462D22816}" destId="{691B358E-2EEF-40C4-B315-86B66FB1E069}" srcOrd="3" destOrd="0" parTransId="{1AE912D7-59FE-4115-8455-0A2E49C23DD6}" sibTransId="{FD00EB5A-91E6-4B0D-B0AC-98DDEC801F17}"/>
    <dgm:cxn modelId="{8A5CB69C-3882-43E7-AFD9-2B18087DD1BE}" srcId="{8BB9AFA0-F329-4D48-91AB-808462D22816}" destId="{524598B1-925C-4EC8-84A9-C9CC3B09CAC9}" srcOrd="2" destOrd="0" parTransId="{8ED4BBFE-7649-40C9-BFF8-AE6F186109BF}" sibTransId="{C9DB1ABF-AC65-4B3C-92F8-EC81977DF90D}"/>
    <dgm:cxn modelId="{225513A0-9CC0-4CF0-8F54-A40ECA50232A}" type="presOf" srcId="{C9DB1ABF-AC65-4B3C-92F8-EC81977DF90D}" destId="{3496A5A5-0297-4283-A0C5-9EC0EB64DD96}" srcOrd="0" destOrd="0" presId="urn:microsoft.com/office/officeart/2018/2/layout/IconCircleList"/>
    <dgm:cxn modelId="{5C5414A1-D1C4-462E-9D0B-82EE75D9659B}" srcId="{8BB9AFA0-F329-4D48-91AB-808462D22816}" destId="{EF620FB6-0EDD-4F64-8D4D-BC5FCC1834FA}" srcOrd="4" destOrd="0" parTransId="{E2160DEA-8C20-47E1-A96B-8A0D08341111}" sibTransId="{1C81F7B9-1ECD-4F26-B1E8-9318B0FB8288}"/>
    <dgm:cxn modelId="{2CB3A1A8-45B1-48E6-A29C-FAC168F207C5}" srcId="{8BB9AFA0-F329-4D48-91AB-808462D22816}" destId="{E5645DDB-07F0-4D8F-8802-EB1652757BE6}" srcOrd="1" destOrd="0" parTransId="{8A4C06B5-8B82-40D9-8439-D0EB84C08AE0}" sibTransId="{D02F7A9E-D25C-42CD-BDE8-B1E0EB14F82C}"/>
    <dgm:cxn modelId="{E543D5A9-4DAD-4F75-B01A-5E054DFA310D}" type="presOf" srcId="{D02F7A9E-D25C-42CD-BDE8-B1E0EB14F82C}" destId="{123301B9-9CC2-4766-8289-B1B8DEC1DB1E}" srcOrd="0" destOrd="0" presId="urn:microsoft.com/office/officeart/2018/2/layout/IconCircleList"/>
    <dgm:cxn modelId="{CBB2CCBE-A69D-4771-8766-343CE35342D4}" type="presOf" srcId="{EF620FB6-0EDD-4F64-8D4D-BC5FCC1834FA}" destId="{ABD99BF6-A79C-40C4-A99E-97B2B1E1977E}" srcOrd="0" destOrd="0" presId="urn:microsoft.com/office/officeart/2018/2/layout/IconCircleList"/>
    <dgm:cxn modelId="{8AFB9FBF-B650-402C-8D05-6211FFDFB2D3}" type="presOf" srcId="{E14DCFD3-3A22-4EBF-87FE-CEB5AF839B6E}" destId="{7FB63783-3CC8-44B7-AAF1-09083AA4BADB}" srcOrd="0" destOrd="0" presId="urn:microsoft.com/office/officeart/2018/2/layout/IconCircleList"/>
    <dgm:cxn modelId="{ED1ADCD5-8EC9-4674-AE62-2501C7993C72}" type="presOf" srcId="{E5645DDB-07F0-4D8F-8802-EB1652757BE6}" destId="{DCEE75AA-1D20-432C-94B2-2A537FA211BF}" srcOrd="0" destOrd="0" presId="urn:microsoft.com/office/officeart/2018/2/layout/IconCircleList"/>
    <dgm:cxn modelId="{6929EEFB-ABE5-4C44-A895-5AAEFB03C4B1}" type="presOf" srcId="{524598B1-925C-4EC8-84A9-C9CC3B09CAC9}" destId="{2A8BBB41-0E3F-4155-A1F0-CDE5C04B23A6}" srcOrd="0" destOrd="0" presId="urn:microsoft.com/office/officeart/2018/2/layout/IconCircleList"/>
    <dgm:cxn modelId="{F00D410D-C09B-446A-9916-9D5CC3B69767}" type="presParOf" srcId="{A1E0CED7-98CD-4810-876B-CE8DAE3C11E8}" destId="{6552FC94-86D9-4EAB-9677-4E6A26260165}" srcOrd="0" destOrd="0" presId="urn:microsoft.com/office/officeart/2018/2/layout/IconCircleList"/>
    <dgm:cxn modelId="{62F071F6-547E-4780-BC90-112D97E097EC}" type="presParOf" srcId="{6552FC94-86D9-4EAB-9677-4E6A26260165}" destId="{8F3B7F49-355B-42E6-89D7-68A45D544774}" srcOrd="0" destOrd="0" presId="urn:microsoft.com/office/officeart/2018/2/layout/IconCircleList"/>
    <dgm:cxn modelId="{B9793307-59D4-4B85-9949-EC0148AF8E24}" type="presParOf" srcId="{8F3B7F49-355B-42E6-89D7-68A45D544774}" destId="{3D0612E8-6567-4BEE-864B-419003C5600A}" srcOrd="0" destOrd="0" presId="urn:microsoft.com/office/officeart/2018/2/layout/IconCircleList"/>
    <dgm:cxn modelId="{34641399-473A-4702-8CC2-DBD03EA83DE9}" type="presParOf" srcId="{8F3B7F49-355B-42E6-89D7-68A45D544774}" destId="{2BF6D17B-7888-448D-B0E5-C81FF7740E5D}" srcOrd="1" destOrd="0" presId="urn:microsoft.com/office/officeart/2018/2/layout/IconCircleList"/>
    <dgm:cxn modelId="{BEFEACB2-45EF-47E0-BFD2-13283992E9E3}" type="presParOf" srcId="{8F3B7F49-355B-42E6-89D7-68A45D544774}" destId="{5F41B597-913B-4463-90A9-ABF64545697E}" srcOrd="2" destOrd="0" presId="urn:microsoft.com/office/officeart/2018/2/layout/IconCircleList"/>
    <dgm:cxn modelId="{5243E1F3-121B-4DAA-AEB0-3DDAA8B342BA}" type="presParOf" srcId="{8F3B7F49-355B-42E6-89D7-68A45D544774}" destId="{7FB63783-3CC8-44B7-AAF1-09083AA4BADB}" srcOrd="3" destOrd="0" presId="urn:microsoft.com/office/officeart/2018/2/layout/IconCircleList"/>
    <dgm:cxn modelId="{7EFFC2C1-7A26-4A7E-986A-692A7BF20D83}" type="presParOf" srcId="{6552FC94-86D9-4EAB-9677-4E6A26260165}" destId="{6C8CC6C8-3743-4DC0-8409-73EAABE725FF}" srcOrd="1" destOrd="0" presId="urn:microsoft.com/office/officeart/2018/2/layout/IconCircleList"/>
    <dgm:cxn modelId="{8201D86E-CACF-472C-BDB2-79FCD5DB3EB1}" type="presParOf" srcId="{6552FC94-86D9-4EAB-9677-4E6A26260165}" destId="{790A8AFE-1C17-4D6C-9337-27B5BF402875}" srcOrd="2" destOrd="0" presId="urn:microsoft.com/office/officeart/2018/2/layout/IconCircleList"/>
    <dgm:cxn modelId="{56F50125-D110-4B45-BB7D-57DAC45DC2C0}" type="presParOf" srcId="{790A8AFE-1C17-4D6C-9337-27B5BF402875}" destId="{9A98D452-EA22-4A50-8D57-AFA3DE5B95C8}" srcOrd="0" destOrd="0" presId="urn:microsoft.com/office/officeart/2018/2/layout/IconCircleList"/>
    <dgm:cxn modelId="{52845C3D-CCF1-46B3-9235-70CCFE2590F5}" type="presParOf" srcId="{790A8AFE-1C17-4D6C-9337-27B5BF402875}" destId="{316CD514-5CA7-4058-8199-FCDDA47F2DCA}" srcOrd="1" destOrd="0" presId="urn:microsoft.com/office/officeart/2018/2/layout/IconCircleList"/>
    <dgm:cxn modelId="{AE8BEB47-18D7-4001-A7D6-EF0B986A5B83}" type="presParOf" srcId="{790A8AFE-1C17-4D6C-9337-27B5BF402875}" destId="{3A27CF34-C336-4A3D-91FC-44C29A06B2E2}" srcOrd="2" destOrd="0" presId="urn:microsoft.com/office/officeart/2018/2/layout/IconCircleList"/>
    <dgm:cxn modelId="{AF0537BD-F39F-446E-8BA2-7A67490C05C5}" type="presParOf" srcId="{790A8AFE-1C17-4D6C-9337-27B5BF402875}" destId="{DCEE75AA-1D20-432C-94B2-2A537FA211BF}" srcOrd="3" destOrd="0" presId="urn:microsoft.com/office/officeart/2018/2/layout/IconCircleList"/>
    <dgm:cxn modelId="{A53A3230-61AD-424E-AEB8-DEC6C6E55699}" type="presParOf" srcId="{6552FC94-86D9-4EAB-9677-4E6A26260165}" destId="{123301B9-9CC2-4766-8289-B1B8DEC1DB1E}" srcOrd="3" destOrd="0" presId="urn:microsoft.com/office/officeart/2018/2/layout/IconCircleList"/>
    <dgm:cxn modelId="{B9886243-6561-49C8-BD0D-6D2A5805A8E0}" type="presParOf" srcId="{6552FC94-86D9-4EAB-9677-4E6A26260165}" destId="{6620A2AA-8F6F-4899-A28A-44BB9474AD83}" srcOrd="4" destOrd="0" presId="urn:microsoft.com/office/officeart/2018/2/layout/IconCircleList"/>
    <dgm:cxn modelId="{D69BA50C-2DB6-4BB3-9400-6321E0A276EB}" type="presParOf" srcId="{6620A2AA-8F6F-4899-A28A-44BB9474AD83}" destId="{E8A0BEC3-C918-4FC7-915C-B6E53F99279D}" srcOrd="0" destOrd="0" presId="urn:microsoft.com/office/officeart/2018/2/layout/IconCircleList"/>
    <dgm:cxn modelId="{B2DDD4D7-CA1E-4734-BE60-CA5856A18376}" type="presParOf" srcId="{6620A2AA-8F6F-4899-A28A-44BB9474AD83}" destId="{82AE2557-1814-43C6-BE13-0888AA142BC6}" srcOrd="1" destOrd="0" presId="urn:microsoft.com/office/officeart/2018/2/layout/IconCircleList"/>
    <dgm:cxn modelId="{22C25C4E-AFEF-4D55-87BA-453103B64CE9}" type="presParOf" srcId="{6620A2AA-8F6F-4899-A28A-44BB9474AD83}" destId="{4C2B0231-AC6E-499D-8B41-413D33D33973}" srcOrd="2" destOrd="0" presId="urn:microsoft.com/office/officeart/2018/2/layout/IconCircleList"/>
    <dgm:cxn modelId="{78F66675-9CC2-484C-90A4-7CFC4F8B1E1E}" type="presParOf" srcId="{6620A2AA-8F6F-4899-A28A-44BB9474AD83}" destId="{2A8BBB41-0E3F-4155-A1F0-CDE5C04B23A6}" srcOrd="3" destOrd="0" presId="urn:microsoft.com/office/officeart/2018/2/layout/IconCircleList"/>
    <dgm:cxn modelId="{2205C2D1-2EA1-44D4-A6D9-CA4179111CC2}" type="presParOf" srcId="{6552FC94-86D9-4EAB-9677-4E6A26260165}" destId="{3496A5A5-0297-4283-A0C5-9EC0EB64DD96}" srcOrd="5" destOrd="0" presId="urn:microsoft.com/office/officeart/2018/2/layout/IconCircleList"/>
    <dgm:cxn modelId="{6131B596-5468-4171-AB0A-9C7FFE9C091A}" type="presParOf" srcId="{6552FC94-86D9-4EAB-9677-4E6A26260165}" destId="{C877AD81-289F-479F-8F92-109517B98F71}" srcOrd="6" destOrd="0" presId="urn:microsoft.com/office/officeart/2018/2/layout/IconCircleList"/>
    <dgm:cxn modelId="{629BA4E3-64D3-4E7C-8291-5176966D67B2}" type="presParOf" srcId="{C877AD81-289F-479F-8F92-109517B98F71}" destId="{6D85A3CD-B4C6-41CD-9952-458329D70D4B}" srcOrd="0" destOrd="0" presId="urn:microsoft.com/office/officeart/2018/2/layout/IconCircleList"/>
    <dgm:cxn modelId="{23F7743E-CEBE-4637-A849-9363D506740E}" type="presParOf" srcId="{C877AD81-289F-479F-8F92-109517B98F71}" destId="{D55DC0F6-F1CC-405E-A366-0A25931FF0F5}" srcOrd="1" destOrd="0" presId="urn:microsoft.com/office/officeart/2018/2/layout/IconCircleList"/>
    <dgm:cxn modelId="{347855CC-F819-4066-AF72-EDF3BA3891FF}" type="presParOf" srcId="{C877AD81-289F-479F-8F92-109517B98F71}" destId="{5AD5BC83-469F-4BDD-9DEC-3D1AD5D464A2}" srcOrd="2" destOrd="0" presId="urn:microsoft.com/office/officeart/2018/2/layout/IconCircleList"/>
    <dgm:cxn modelId="{94C440CD-4F62-4E06-B341-F9797BBA3464}" type="presParOf" srcId="{C877AD81-289F-479F-8F92-109517B98F71}" destId="{8F1A2F93-42F1-445D-937B-8BC7A2F7C74C}" srcOrd="3" destOrd="0" presId="urn:microsoft.com/office/officeart/2018/2/layout/IconCircleList"/>
    <dgm:cxn modelId="{690ED37A-53C9-4777-82CE-99F10D868D8B}" type="presParOf" srcId="{6552FC94-86D9-4EAB-9677-4E6A26260165}" destId="{CE0B7C75-EA0A-46AF-9D24-19AC6AE2146B}" srcOrd="7" destOrd="0" presId="urn:microsoft.com/office/officeart/2018/2/layout/IconCircleList"/>
    <dgm:cxn modelId="{E40C84EE-ED38-46A8-8506-A6A3FA58C520}" type="presParOf" srcId="{6552FC94-86D9-4EAB-9677-4E6A26260165}" destId="{734B2B25-B7BF-4847-B1B9-FAA29913E65A}" srcOrd="8" destOrd="0" presId="urn:microsoft.com/office/officeart/2018/2/layout/IconCircleList"/>
    <dgm:cxn modelId="{B824FBF5-0AEE-4667-A897-BFF250C870AB}" type="presParOf" srcId="{734B2B25-B7BF-4847-B1B9-FAA29913E65A}" destId="{2D9410DD-1B66-4967-8E0B-50646CC936EF}" srcOrd="0" destOrd="0" presId="urn:microsoft.com/office/officeart/2018/2/layout/IconCircleList"/>
    <dgm:cxn modelId="{049846D8-9E77-4F70-80BD-86C522AE1C4B}" type="presParOf" srcId="{734B2B25-B7BF-4847-B1B9-FAA29913E65A}" destId="{8F11F998-768D-4649-8367-977DCB15FDA2}" srcOrd="1" destOrd="0" presId="urn:microsoft.com/office/officeart/2018/2/layout/IconCircleList"/>
    <dgm:cxn modelId="{7102102F-2E6D-46FD-BBE8-2EC702B89610}" type="presParOf" srcId="{734B2B25-B7BF-4847-B1B9-FAA29913E65A}" destId="{BF9F7A44-1021-475B-BC26-9CEAA1573C78}" srcOrd="2" destOrd="0" presId="urn:microsoft.com/office/officeart/2018/2/layout/IconCircleList"/>
    <dgm:cxn modelId="{8A1299EF-E7D5-4474-BFFE-A4E0924D0650}" type="presParOf" srcId="{734B2B25-B7BF-4847-B1B9-FAA29913E65A}" destId="{ABD99BF6-A79C-40C4-A99E-97B2B1E1977E}"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01BC97E-23CD-4E71-A0C6-478C7E0055E9}" type="doc">
      <dgm:prSet loTypeId="urn:microsoft.com/office/officeart/2018/5/layout/IconCircle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C1AAF71F-7FAF-4C95-BFB8-3EA04EB626C5}">
      <dgm:prSet/>
      <dgm:spPr/>
      <dgm:t>
        <a:bodyPr/>
        <a:lstStyle/>
        <a:p>
          <a:pPr>
            <a:defRPr cap="all"/>
          </a:pPr>
          <a:r>
            <a:rPr lang="en-US"/>
            <a:t>Home-field advantage means teams perform better at home than away.</a:t>
          </a:r>
        </a:p>
      </dgm:t>
    </dgm:pt>
    <dgm:pt modelId="{7C12ADF9-7951-4517-A9B6-0BA5EF54971A}" type="parTrans" cxnId="{A80FAD57-4EE9-406E-8C99-8A7AB5633C50}">
      <dgm:prSet/>
      <dgm:spPr/>
      <dgm:t>
        <a:bodyPr/>
        <a:lstStyle/>
        <a:p>
          <a:endParaRPr lang="en-US"/>
        </a:p>
      </dgm:t>
    </dgm:pt>
    <dgm:pt modelId="{EF924B97-4674-462C-9E9C-3D247BBFC079}" type="sibTrans" cxnId="{A80FAD57-4EE9-406E-8C99-8A7AB5633C50}">
      <dgm:prSet/>
      <dgm:spPr/>
      <dgm:t>
        <a:bodyPr/>
        <a:lstStyle/>
        <a:p>
          <a:endParaRPr lang="en-US"/>
        </a:p>
      </dgm:t>
    </dgm:pt>
    <dgm:pt modelId="{3AD457FE-B8D4-491A-8AEF-803ED3E6DD28}">
      <dgm:prSet/>
      <dgm:spPr/>
      <dgm:t>
        <a:bodyPr/>
        <a:lstStyle/>
        <a:p>
          <a:pPr>
            <a:defRPr cap="all"/>
          </a:pPr>
          <a:r>
            <a:rPr lang="en-US"/>
            <a:t>Possible drivers: fan support, travel fatigue, stadium familiarity, referee bias.</a:t>
          </a:r>
        </a:p>
      </dgm:t>
    </dgm:pt>
    <dgm:pt modelId="{1217D94F-D0A2-44EA-8FE2-AEBDFD1AB080}" type="parTrans" cxnId="{EB44E3B9-E8B4-466D-B26E-6D1156FDD178}">
      <dgm:prSet/>
      <dgm:spPr/>
      <dgm:t>
        <a:bodyPr/>
        <a:lstStyle/>
        <a:p>
          <a:endParaRPr lang="en-US"/>
        </a:p>
      </dgm:t>
    </dgm:pt>
    <dgm:pt modelId="{DD100A6D-546D-4F1B-8E6A-97B33AC96818}" type="sibTrans" cxnId="{EB44E3B9-E8B4-466D-B26E-6D1156FDD178}">
      <dgm:prSet/>
      <dgm:spPr/>
      <dgm:t>
        <a:bodyPr/>
        <a:lstStyle/>
        <a:p>
          <a:endParaRPr lang="en-US"/>
        </a:p>
      </dgm:t>
    </dgm:pt>
    <dgm:pt modelId="{2723D50B-6AC5-4E3F-B977-479452210786}">
      <dgm:prSet/>
      <dgm:spPr/>
      <dgm:t>
        <a:bodyPr/>
        <a:lstStyle/>
        <a:p>
          <a:pPr>
            <a:defRPr cap="all"/>
          </a:pPr>
          <a:r>
            <a:rPr lang="en-US"/>
            <a:t>In the NFL this affects team strategy, playoff seeding, and betting markets.</a:t>
          </a:r>
        </a:p>
      </dgm:t>
    </dgm:pt>
    <dgm:pt modelId="{62411C97-1F90-4EE9-9005-731E861EF262}" type="parTrans" cxnId="{939F8D9B-83F2-4F9D-B7CA-9651E99D6A00}">
      <dgm:prSet/>
      <dgm:spPr/>
      <dgm:t>
        <a:bodyPr/>
        <a:lstStyle/>
        <a:p>
          <a:endParaRPr lang="en-US"/>
        </a:p>
      </dgm:t>
    </dgm:pt>
    <dgm:pt modelId="{E16A6685-8B95-4717-AEB6-0B74CEEF0153}" type="sibTrans" cxnId="{939F8D9B-83F2-4F9D-B7CA-9651E99D6A00}">
      <dgm:prSet/>
      <dgm:spPr/>
      <dgm:t>
        <a:bodyPr/>
        <a:lstStyle/>
        <a:p>
          <a:endParaRPr lang="en-US"/>
        </a:p>
      </dgm:t>
    </dgm:pt>
    <dgm:pt modelId="{DDEF5A10-5615-47A9-9F0E-2EEF50064D1D}">
      <dgm:prSet/>
      <dgm:spPr/>
      <dgm:t>
        <a:bodyPr/>
        <a:lstStyle/>
        <a:p>
          <a:pPr>
            <a:defRPr cap="all"/>
          </a:pPr>
          <a:r>
            <a:rPr lang="en-US"/>
            <a:t>We focus on whether this advantage still exists in the modern NFL (2018–present).</a:t>
          </a:r>
        </a:p>
      </dgm:t>
    </dgm:pt>
    <dgm:pt modelId="{31B6A812-2C7D-4AB7-ACC1-000F03A3AE0C}" type="parTrans" cxnId="{7209C3CA-DCB7-4777-9AA1-495C4E25F36C}">
      <dgm:prSet/>
      <dgm:spPr/>
      <dgm:t>
        <a:bodyPr/>
        <a:lstStyle/>
        <a:p>
          <a:endParaRPr lang="en-US"/>
        </a:p>
      </dgm:t>
    </dgm:pt>
    <dgm:pt modelId="{6F05162E-C21B-42D3-BC87-7AC04B3B4C29}" type="sibTrans" cxnId="{7209C3CA-DCB7-4777-9AA1-495C4E25F36C}">
      <dgm:prSet/>
      <dgm:spPr/>
      <dgm:t>
        <a:bodyPr/>
        <a:lstStyle/>
        <a:p>
          <a:endParaRPr lang="en-US"/>
        </a:p>
      </dgm:t>
    </dgm:pt>
    <dgm:pt modelId="{67CCBEF3-8322-44B9-807B-21F1BDD0A6D1}" type="pres">
      <dgm:prSet presAssocID="{B01BC97E-23CD-4E71-A0C6-478C7E0055E9}" presName="root" presStyleCnt="0">
        <dgm:presLayoutVars>
          <dgm:dir/>
          <dgm:resizeHandles val="exact"/>
        </dgm:presLayoutVars>
      </dgm:prSet>
      <dgm:spPr/>
    </dgm:pt>
    <dgm:pt modelId="{59BCC24C-080B-4D2C-8598-DB9F29FD5991}" type="pres">
      <dgm:prSet presAssocID="{C1AAF71F-7FAF-4C95-BFB8-3EA04EB626C5}" presName="compNode" presStyleCnt="0"/>
      <dgm:spPr/>
    </dgm:pt>
    <dgm:pt modelId="{FD793E02-F570-4867-B9FC-2326833F8AD2}" type="pres">
      <dgm:prSet presAssocID="{C1AAF71F-7FAF-4C95-BFB8-3EA04EB626C5}" presName="iconBgRect" presStyleLbl="bgShp" presStyleIdx="0" presStyleCnt="4"/>
      <dgm:spPr/>
    </dgm:pt>
    <dgm:pt modelId="{5FF4C30D-7AE7-427B-ABA1-F55AF50CE29E}" type="pres">
      <dgm:prSet presAssocID="{C1AAF71F-7FAF-4C95-BFB8-3EA04EB626C5}"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ouse"/>
        </a:ext>
      </dgm:extLst>
    </dgm:pt>
    <dgm:pt modelId="{90123C67-0A98-4DF6-84BD-12FDB01D84A1}" type="pres">
      <dgm:prSet presAssocID="{C1AAF71F-7FAF-4C95-BFB8-3EA04EB626C5}" presName="spaceRect" presStyleCnt="0"/>
      <dgm:spPr/>
    </dgm:pt>
    <dgm:pt modelId="{56C2B013-31C8-4673-A77B-4FD687C51AD3}" type="pres">
      <dgm:prSet presAssocID="{C1AAF71F-7FAF-4C95-BFB8-3EA04EB626C5}" presName="textRect" presStyleLbl="revTx" presStyleIdx="0" presStyleCnt="4">
        <dgm:presLayoutVars>
          <dgm:chMax val="1"/>
          <dgm:chPref val="1"/>
        </dgm:presLayoutVars>
      </dgm:prSet>
      <dgm:spPr/>
    </dgm:pt>
    <dgm:pt modelId="{5B261421-2353-4843-B2BC-FA23E385547B}" type="pres">
      <dgm:prSet presAssocID="{EF924B97-4674-462C-9E9C-3D247BBFC079}" presName="sibTrans" presStyleCnt="0"/>
      <dgm:spPr/>
    </dgm:pt>
    <dgm:pt modelId="{C2487232-672D-48C0-AEC7-3600092AAB2E}" type="pres">
      <dgm:prSet presAssocID="{3AD457FE-B8D4-491A-8AEF-803ED3E6DD28}" presName="compNode" presStyleCnt="0"/>
      <dgm:spPr/>
    </dgm:pt>
    <dgm:pt modelId="{7F679577-792F-496D-A7C5-BB0DC636FEC1}" type="pres">
      <dgm:prSet presAssocID="{3AD457FE-B8D4-491A-8AEF-803ED3E6DD28}" presName="iconBgRect" presStyleLbl="bgShp" presStyleIdx="1" presStyleCnt="4"/>
      <dgm:spPr/>
    </dgm:pt>
    <dgm:pt modelId="{B538760C-7394-40B3-9425-76C19FE30BFD}" type="pres">
      <dgm:prSet presAssocID="{3AD457FE-B8D4-491A-8AEF-803ED3E6DD28}"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seball Hat"/>
        </a:ext>
      </dgm:extLst>
    </dgm:pt>
    <dgm:pt modelId="{4DFECCF3-9F87-43C4-B97B-45AF2784D1BA}" type="pres">
      <dgm:prSet presAssocID="{3AD457FE-B8D4-491A-8AEF-803ED3E6DD28}" presName="spaceRect" presStyleCnt="0"/>
      <dgm:spPr/>
    </dgm:pt>
    <dgm:pt modelId="{EF832F9D-43C9-4CC2-8C03-7C203461D8A3}" type="pres">
      <dgm:prSet presAssocID="{3AD457FE-B8D4-491A-8AEF-803ED3E6DD28}" presName="textRect" presStyleLbl="revTx" presStyleIdx="1" presStyleCnt="4">
        <dgm:presLayoutVars>
          <dgm:chMax val="1"/>
          <dgm:chPref val="1"/>
        </dgm:presLayoutVars>
      </dgm:prSet>
      <dgm:spPr/>
    </dgm:pt>
    <dgm:pt modelId="{72233F0F-DC37-4267-8B5F-224386B4D58F}" type="pres">
      <dgm:prSet presAssocID="{DD100A6D-546D-4F1B-8E6A-97B33AC96818}" presName="sibTrans" presStyleCnt="0"/>
      <dgm:spPr/>
    </dgm:pt>
    <dgm:pt modelId="{51F4B6AD-91F8-4F8C-9640-BD875C74673C}" type="pres">
      <dgm:prSet presAssocID="{2723D50B-6AC5-4E3F-B977-479452210786}" presName="compNode" presStyleCnt="0"/>
      <dgm:spPr/>
    </dgm:pt>
    <dgm:pt modelId="{B4FA39D2-3E47-436E-9F9E-9BF2EA11BBD3}" type="pres">
      <dgm:prSet presAssocID="{2723D50B-6AC5-4E3F-B977-479452210786}" presName="iconBgRect" presStyleLbl="bgShp" presStyleIdx="2" presStyleCnt="4"/>
      <dgm:spPr/>
    </dgm:pt>
    <dgm:pt modelId="{EB753F53-DD71-4B4F-B454-544A43F59442}" type="pres">
      <dgm:prSet presAssocID="{2723D50B-6AC5-4E3F-B977-479452210786}"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ugby"/>
        </a:ext>
      </dgm:extLst>
    </dgm:pt>
    <dgm:pt modelId="{F693EABF-EED9-4445-A788-BC2B7ECDEE7E}" type="pres">
      <dgm:prSet presAssocID="{2723D50B-6AC5-4E3F-B977-479452210786}" presName="spaceRect" presStyleCnt="0"/>
      <dgm:spPr/>
    </dgm:pt>
    <dgm:pt modelId="{80997D99-C691-4CFD-A0CC-4A2E4A16D035}" type="pres">
      <dgm:prSet presAssocID="{2723D50B-6AC5-4E3F-B977-479452210786}" presName="textRect" presStyleLbl="revTx" presStyleIdx="2" presStyleCnt="4">
        <dgm:presLayoutVars>
          <dgm:chMax val="1"/>
          <dgm:chPref val="1"/>
        </dgm:presLayoutVars>
      </dgm:prSet>
      <dgm:spPr/>
    </dgm:pt>
    <dgm:pt modelId="{5891E375-38E5-436A-91F2-CA565951007E}" type="pres">
      <dgm:prSet presAssocID="{E16A6685-8B95-4717-AEB6-0B74CEEF0153}" presName="sibTrans" presStyleCnt="0"/>
      <dgm:spPr/>
    </dgm:pt>
    <dgm:pt modelId="{50E11B97-E906-4893-87A1-1757473DF554}" type="pres">
      <dgm:prSet presAssocID="{DDEF5A10-5615-47A9-9F0E-2EEF50064D1D}" presName="compNode" presStyleCnt="0"/>
      <dgm:spPr/>
    </dgm:pt>
    <dgm:pt modelId="{BE787120-9953-4571-9DAB-1DDCF9F8DCC6}" type="pres">
      <dgm:prSet presAssocID="{DDEF5A10-5615-47A9-9F0E-2EEF50064D1D}" presName="iconBgRect" presStyleLbl="bgShp" presStyleIdx="3" presStyleCnt="4"/>
      <dgm:spPr/>
    </dgm:pt>
    <dgm:pt modelId="{8C638706-CC07-4D77-A78B-C3CB1FA47B57}" type="pres">
      <dgm:prSet presAssocID="{DDEF5A10-5615-47A9-9F0E-2EEF50064D1D}"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Football"/>
        </a:ext>
      </dgm:extLst>
    </dgm:pt>
    <dgm:pt modelId="{59817D59-2DD5-47AE-8DEE-10042AA141B9}" type="pres">
      <dgm:prSet presAssocID="{DDEF5A10-5615-47A9-9F0E-2EEF50064D1D}" presName="spaceRect" presStyleCnt="0"/>
      <dgm:spPr/>
    </dgm:pt>
    <dgm:pt modelId="{BBA87393-2374-4BAF-BF08-510FE138B4A5}" type="pres">
      <dgm:prSet presAssocID="{DDEF5A10-5615-47A9-9F0E-2EEF50064D1D}" presName="textRect" presStyleLbl="revTx" presStyleIdx="3" presStyleCnt="4">
        <dgm:presLayoutVars>
          <dgm:chMax val="1"/>
          <dgm:chPref val="1"/>
        </dgm:presLayoutVars>
      </dgm:prSet>
      <dgm:spPr/>
    </dgm:pt>
  </dgm:ptLst>
  <dgm:cxnLst>
    <dgm:cxn modelId="{BAAA2B0F-278C-45B7-8999-26C3216C6073}" type="presOf" srcId="{3AD457FE-B8D4-491A-8AEF-803ED3E6DD28}" destId="{EF832F9D-43C9-4CC2-8C03-7C203461D8A3}" srcOrd="0" destOrd="0" presId="urn:microsoft.com/office/officeart/2018/5/layout/IconCircleLabelList"/>
    <dgm:cxn modelId="{AD8FD210-EA39-44AE-85F0-17D7699749F7}" type="presOf" srcId="{DDEF5A10-5615-47A9-9F0E-2EEF50064D1D}" destId="{BBA87393-2374-4BAF-BF08-510FE138B4A5}" srcOrd="0" destOrd="0" presId="urn:microsoft.com/office/officeart/2018/5/layout/IconCircleLabelList"/>
    <dgm:cxn modelId="{F5D68413-F4EF-42B7-B33F-89128334149F}" type="presOf" srcId="{B01BC97E-23CD-4E71-A0C6-478C7E0055E9}" destId="{67CCBEF3-8322-44B9-807B-21F1BDD0A6D1}" srcOrd="0" destOrd="0" presId="urn:microsoft.com/office/officeart/2018/5/layout/IconCircleLabelList"/>
    <dgm:cxn modelId="{CA980117-6DB6-4419-9B60-93A242E43852}" type="presOf" srcId="{2723D50B-6AC5-4E3F-B977-479452210786}" destId="{80997D99-C691-4CFD-A0CC-4A2E4A16D035}" srcOrd="0" destOrd="0" presId="urn:microsoft.com/office/officeart/2018/5/layout/IconCircleLabelList"/>
    <dgm:cxn modelId="{A80FAD57-4EE9-406E-8C99-8A7AB5633C50}" srcId="{B01BC97E-23CD-4E71-A0C6-478C7E0055E9}" destId="{C1AAF71F-7FAF-4C95-BFB8-3EA04EB626C5}" srcOrd="0" destOrd="0" parTransId="{7C12ADF9-7951-4517-A9B6-0BA5EF54971A}" sibTransId="{EF924B97-4674-462C-9E9C-3D247BBFC079}"/>
    <dgm:cxn modelId="{C1822B8B-6EC0-499A-9C32-A150C790D02F}" type="presOf" srcId="{C1AAF71F-7FAF-4C95-BFB8-3EA04EB626C5}" destId="{56C2B013-31C8-4673-A77B-4FD687C51AD3}" srcOrd="0" destOrd="0" presId="urn:microsoft.com/office/officeart/2018/5/layout/IconCircleLabelList"/>
    <dgm:cxn modelId="{939F8D9B-83F2-4F9D-B7CA-9651E99D6A00}" srcId="{B01BC97E-23CD-4E71-A0C6-478C7E0055E9}" destId="{2723D50B-6AC5-4E3F-B977-479452210786}" srcOrd="2" destOrd="0" parTransId="{62411C97-1F90-4EE9-9005-731E861EF262}" sibTransId="{E16A6685-8B95-4717-AEB6-0B74CEEF0153}"/>
    <dgm:cxn modelId="{EB44E3B9-E8B4-466D-B26E-6D1156FDD178}" srcId="{B01BC97E-23CD-4E71-A0C6-478C7E0055E9}" destId="{3AD457FE-B8D4-491A-8AEF-803ED3E6DD28}" srcOrd="1" destOrd="0" parTransId="{1217D94F-D0A2-44EA-8FE2-AEBDFD1AB080}" sibTransId="{DD100A6D-546D-4F1B-8E6A-97B33AC96818}"/>
    <dgm:cxn modelId="{7209C3CA-DCB7-4777-9AA1-495C4E25F36C}" srcId="{B01BC97E-23CD-4E71-A0C6-478C7E0055E9}" destId="{DDEF5A10-5615-47A9-9F0E-2EEF50064D1D}" srcOrd="3" destOrd="0" parTransId="{31B6A812-2C7D-4AB7-ACC1-000F03A3AE0C}" sibTransId="{6F05162E-C21B-42D3-BC87-7AC04B3B4C29}"/>
    <dgm:cxn modelId="{360F8CBD-871B-4096-8851-B7DBDF54797F}" type="presParOf" srcId="{67CCBEF3-8322-44B9-807B-21F1BDD0A6D1}" destId="{59BCC24C-080B-4D2C-8598-DB9F29FD5991}" srcOrd="0" destOrd="0" presId="urn:microsoft.com/office/officeart/2018/5/layout/IconCircleLabelList"/>
    <dgm:cxn modelId="{AEBC8656-3FD2-4DC8-A35E-3D62E8484B50}" type="presParOf" srcId="{59BCC24C-080B-4D2C-8598-DB9F29FD5991}" destId="{FD793E02-F570-4867-B9FC-2326833F8AD2}" srcOrd="0" destOrd="0" presId="urn:microsoft.com/office/officeart/2018/5/layout/IconCircleLabelList"/>
    <dgm:cxn modelId="{0A10B606-9774-4543-8BCC-A38D9F04993D}" type="presParOf" srcId="{59BCC24C-080B-4D2C-8598-DB9F29FD5991}" destId="{5FF4C30D-7AE7-427B-ABA1-F55AF50CE29E}" srcOrd="1" destOrd="0" presId="urn:microsoft.com/office/officeart/2018/5/layout/IconCircleLabelList"/>
    <dgm:cxn modelId="{1B375EFF-5502-446B-A04A-5FBBAC9FE680}" type="presParOf" srcId="{59BCC24C-080B-4D2C-8598-DB9F29FD5991}" destId="{90123C67-0A98-4DF6-84BD-12FDB01D84A1}" srcOrd="2" destOrd="0" presId="urn:microsoft.com/office/officeart/2018/5/layout/IconCircleLabelList"/>
    <dgm:cxn modelId="{6E1EC414-8B6A-46EE-B409-0A0906CA2E4C}" type="presParOf" srcId="{59BCC24C-080B-4D2C-8598-DB9F29FD5991}" destId="{56C2B013-31C8-4673-A77B-4FD687C51AD3}" srcOrd="3" destOrd="0" presId="urn:microsoft.com/office/officeart/2018/5/layout/IconCircleLabelList"/>
    <dgm:cxn modelId="{E2FEE4DF-E9D5-4D9F-8D68-63EA71FD8C2F}" type="presParOf" srcId="{67CCBEF3-8322-44B9-807B-21F1BDD0A6D1}" destId="{5B261421-2353-4843-B2BC-FA23E385547B}" srcOrd="1" destOrd="0" presId="urn:microsoft.com/office/officeart/2018/5/layout/IconCircleLabelList"/>
    <dgm:cxn modelId="{666CA409-A80D-49D2-B471-A2C0A5197343}" type="presParOf" srcId="{67CCBEF3-8322-44B9-807B-21F1BDD0A6D1}" destId="{C2487232-672D-48C0-AEC7-3600092AAB2E}" srcOrd="2" destOrd="0" presId="urn:microsoft.com/office/officeart/2018/5/layout/IconCircleLabelList"/>
    <dgm:cxn modelId="{AA98EFB5-3882-4411-9025-B6835FE34C67}" type="presParOf" srcId="{C2487232-672D-48C0-AEC7-3600092AAB2E}" destId="{7F679577-792F-496D-A7C5-BB0DC636FEC1}" srcOrd="0" destOrd="0" presId="urn:microsoft.com/office/officeart/2018/5/layout/IconCircleLabelList"/>
    <dgm:cxn modelId="{AD479E04-49F2-46F0-8C1E-54BCAAE72E02}" type="presParOf" srcId="{C2487232-672D-48C0-AEC7-3600092AAB2E}" destId="{B538760C-7394-40B3-9425-76C19FE30BFD}" srcOrd="1" destOrd="0" presId="urn:microsoft.com/office/officeart/2018/5/layout/IconCircleLabelList"/>
    <dgm:cxn modelId="{44A9B5E7-B06D-42BA-A0B0-AEAD82A35E92}" type="presParOf" srcId="{C2487232-672D-48C0-AEC7-3600092AAB2E}" destId="{4DFECCF3-9F87-43C4-B97B-45AF2784D1BA}" srcOrd="2" destOrd="0" presId="urn:microsoft.com/office/officeart/2018/5/layout/IconCircleLabelList"/>
    <dgm:cxn modelId="{A220DFC6-9EAA-4203-A734-C19826937BAD}" type="presParOf" srcId="{C2487232-672D-48C0-AEC7-3600092AAB2E}" destId="{EF832F9D-43C9-4CC2-8C03-7C203461D8A3}" srcOrd="3" destOrd="0" presId="urn:microsoft.com/office/officeart/2018/5/layout/IconCircleLabelList"/>
    <dgm:cxn modelId="{AF0875D5-0DEE-40CD-B913-6E1264D587C0}" type="presParOf" srcId="{67CCBEF3-8322-44B9-807B-21F1BDD0A6D1}" destId="{72233F0F-DC37-4267-8B5F-224386B4D58F}" srcOrd="3" destOrd="0" presId="urn:microsoft.com/office/officeart/2018/5/layout/IconCircleLabelList"/>
    <dgm:cxn modelId="{FE5FDF23-0B67-4D9B-BA58-AA793C748C57}" type="presParOf" srcId="{67CCBEF3-8322-44B9-807B-21F1BDD0A6D1}" destId="{51F4B6AD-91F8-4F8C-9640-BD875C74673C}" srcOrd="4" destOrd="0" presId="urn:microsoft.com/office/officeart/2018/5/layout/IconCircleLabelList"/>
    <dgm:cxn modelId="{27DDE695-501F-4405-892F-F38F96698008}" type="presParOf" srcId="{51F4B6AD-91F8-4F8C-9640-BD875C74673C}" destId="{B4FA39D2-3E47-436E-9F9E-9BF2EA11BBD3}" srcOrd="0" destOrd="0" presId="urn:microsoft.com/office/officeart/2018/5/layout/IconCircleLabelList"/>
    <dgm:cxn modelId="{1C3F966F-5751-4106-A8A1-E2DDC26B9C27}" type="presParOf" srcId="{51F4B6AD-91F8-4F8C-9640-BD875C74673C}" destId="{EB753F53-DD71-4B4F-B454-544A43F59442}" srcOrd="1" destOrd="0" presId="urn:microsoft.com/office/officeart/2018/5/layout/IconCircleLabelList"/>
    <dgm:cxn modelId="{C058FAE6-BFAD-4DCB-BA8A-E666828744F1}" type="presParOf" srcId="{51F4B6AD-91F8-4F8C-9640-BD875C74673C}" destId="{F693EABF-EED9-4445-A788-BC2B7ECDEE7E}" srcOrd="2" destOrd="0" presId="urn:microsoft.com/office/officeart/2018/5/layout/IconCircleLabelList"/>
    <dgm:cxn modelId="{84F978F1-8068-4358-95D6-82187F5D99AD}" type="presParOf" srcId="{51F4B6AD-91F8-4F8C-9640-BD875C74673C}" destId="{80997D99-C691-4CFD-A0CC-4A2E4A16D035}" srcOrd="3" destOrd="0" presId="urn:microsoft.com/office/officeart/2018/5/layout/IconCircleLabelList"/>
    <dgm:cxn modelId="{8D64D726-0C3C-4134-B53D-CE26629BCBB0}" type="presParOf" srcId="{67CCBEF3-8322-44B9-807B-21F1BDD0A6D1}" destId="{5891E375-38E5-436A-91F2-CA565951007E}" srcOrd="5" destOrd="0" presId="urn:microsoft.com/office/officeart/2018/5/layout/IconCircleLabelList"/>
    <dgm:cxn modelId="{D8BD7125-3CBC-4DB5-962A-68321EBB24BC}" type="presParOf" srcId="{67CCBEF3-8322-44B9-807B-21F1BDD0A6D1}" destId="{50E11B97-E906-4893-87A1-1757473DF554}" srcOrd="6" destOrd="0" presId="urn:microsoft.com/office/officeart/2018/5/layout/IconCircleLabelList"/>
    <dgm:cxn modelId="{00A96C9C-E1BE-4DE5-9E57-BB8A3429B62E}" type="presParOf" srcId="{50E11B97-E906-4893-87A1-1757473DF554}" destId="{BE787120-9953-4571-9DAB-1DDCF9F8DCC6}" srcOrd="0" destOrd="0" presId="urn:microsoft.com/office/officeart/2018/5/layout/IconCircleLabelList"/>
    <dgm:cxn modelId="{DCAE7E59-9BBF-427F-8C46-90B8C7D71310}" type="presParOf" srcId="{50E11B97-E906-4893-87A1-1757473DF554}" destId="{8C638706-CC07-4D77-A78B-C3CB1FA47B57}" srcOrd="1" destOrd="0" presId="urn:microsoft.com/office/officeart/2018/5/layout/IconCircleLabelList"/>
    <dgm:cxn modelId="{16D15110-2ED9-4E12-89F4-8F7BADF53A69}" type="presParOf" srcId="{50E11B97-E906-4893-87A1-1757473DF554}" destId="{59817D59-2DD5-47AE-8DEE-10042AA141B9}" srcOrd="2" destOrd="0" presId="urn:microsoft.com/office/officeart/2018/5/layout/IconCircleLabelList"/>
    <dgm:cxn modelId="{7C52EA1A-69BC-48A5-ABB9-6D04FF3BFD3B}" type="presParOf" srcId="{50E11B97-E906-4893-87A1-1757473DF554}" destId="{BBA87393-2374-4BAF-BF08-510FE138B4A5}"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9C2B0CB-D6DE-49F5-99AE-0F66D2A5B0C1}" type="doc">
      <dgm:prSet loTypeId="urn:microsoft.com/office/officeart/2018/2/layout/IconVerticalSolidList" loCatId="icon" qsTypeId="urn:microsoft.com/office/officeart/2005/8/quickstyle/simple1" qsCatId="simple" csTypeId="urn:microsoft.com/office/officeart/2018/5/colors/Iconchunking_neutralbg_accent1_2" csCatId="accent1" phldr="1"/>
      <dgm:spPr/>
      <dgm:t>
        <a:bodyPr/>
        <a:lstStyle/>
        <a:p>
          <a:endParaRPr lang="en-US"/>
        </a:p>
      </dgm:t>
    </dgm:pt>
    <dgm:pt modelId="{7DB158A9-233E-4C53-B4F7-88702540CE7C}">
      <dgm:prSet/>
      <dgm:spPr/>
      <dgm:t>
        <a:bodyPr/>
        <a:lstStyle/>
        <a:p>
          <a:r>
            <a:rPr lang="en-US"/>
            <a:t>Teams: Plan travel, rest, and game strategy differently for home vs. away.</a:t>
          </a:r>
        </a:p>
      </dgm:t>
    </dgm:pt>
    <dgm:pt modelId="{1EA85676-5795-4687-B91B-6A302EE9CEB8}" type="parTrans" cxnId="{3AAF9B7B-BCB7-43D6-AC3C-1B543B196696}">
      <dgm:prSet/>
      <dgm:spPr/>
      <dgm:t>
        <a:bodyPr/>
        <a:lstStyle/>
        <a:p>
          <a:endParaRPr lang="en-US"/>
        </a:p>
      </dgm:t>
    </dgm:pt>
    <dgm:pt modelId="{556200EF-026B-4B3B-A914-709CA46BB6BE}" type="sibTrans" cxnId="{3AAF9B7B-BCB7-43D6-AC3C-1B543B196696}">
      <dgm:prSet/>
      <dgm:spPr/>
      <dgm:t>
        <a:bodyPr/>
        <a:lstStyle/>
        <a:p>
          <a:endParaRPr lang="en-US"/>
        </a:p>
      </dgm:t>
    </dgm:pt>
    <dgm:pt modelId="{7D7EF1C1-5ACC-47CF-847B-A3F3FEEF7386}">
      <dgm:prSet/>
      <dgm:spPr/>
      <dgm:t>
        <a:bodyPr/>
        <a:lstStyle/>
        <a:p>
          <a:r>
            <a:rPr lang="en-US"/>
            <a:t>League: Schedule games and design rules to keep competition fair and exciting.</a:t>
          </a:r>
        </a:p>
      </dgm:t>
    </dgm:pt>
    <dgm:pt modelId="{AB71245C-7848-4F1E-A38A-B2AC13C8047C}" type="parTrans" cxnId="{2C93F4F4-7DF9-41EA-AE04-9F1B5CF039EF}">
      <dgm:prSet/>
      <dgm:spPr/>
      <dgm:t>
        <a:bodyPr/>
        <a:lstStyle/>
        <a:p>
          <a:endParaRPr lang="en-US"/>
        </a:p>
      </dgm:t>
    </dgm:pt>
    <dgm:pt modelId="{2D9CC77A-2D37-439B-B7D8-C133FCD91851}" type="sibTrans" cxnId="{2C93F4F4-7DF9-41EA-AE04-9F1B5CF039EF}">
      <dgm:prSet/>
      <dgm:spPr/>
      <dgm:t>
        <a:bodyPr/>
        <a:lstStyle/>
        <a:p>
          <a:endParaRPr lang="en-US"/>
        </a:p>
      </dgm:t>
    </dgm:pt>
    <dgm:pt modelId="{762B41DC-3AEE-47AF-8F6F-03D82551D824}">
      <dgm:prSet/>
      <dgm:spPr/>
      <dgm:t>
        <a:bodyPr/>
        <a:lstStyle/>
        <a:p>
          <a:r>
            <a:rPr lang="en-US"/>
            <a:t>Sportsbooks &amp; Bettors: Set and evaluate betting lines that include home-field effects.</a:t>
          </a:r>
        </a:p>
      </dgm:t>
    </dgm:pt>
    <dgm:pt modelId="{73FFDCFA-AA5A-4CD3-8092-71461E21C878}" type="parTrans" cxnId="{B8963539-27EB-4A34-8761-DC31EA7A4719}">
      <dgm:prSet/>
      <dgm:spPr/>
      <dgm:t>
        <a:bodyPr/>
        <a:lstStyle/>
        <a:p>
          <a:endParaRPr lang="en-US"/>
        </a:p>
      </dgm:t>
    </dgm:pt>
    <dgm:pt modelId="{1AA77E10-168F-41ED-BA0F-76A5C1CCA033}" type="sibTrans" cxnId="{B8963539-27EB-4A34-8761-DC31EA7A4719}">
      <dgm:prSet/>
      <dgm:spPr/>
      <dgm:t>
        <a:bodyPr/>
        <a:lstStyle/>
        <a:p>
          <a:endParaRPr lang="en-US"/>
        </a:p>
      </dgm:t>
    </dgm:pt>
    <dgm:pt modelId="{CA17A6F2-E6A7-4D18-BDDE-B5DF37794E15}">
      <dgm:prSet/>
      <dgm:spPr/>
      <dgm:t>
        <a:bodyPr/>
        <a:lstStyle/>
        <a:p>
          <a:r>
            <a:rPr lang="en-US"/>
            <a:t>Analytics &amp; Data Roles: Use real game data for predictive models and decision making.</a:t>
          </a:r>
        </a:p>
      </dgm:t>
    </dgm:pt>
    <dgm:pt modelId="{4DFF76B5-9C78-4D39-B1C5-3A722D1520B8}" type="parTrans" cxnId="{6467FFEC-6CA1-474B-AFEC-57BEB5C15DA5}">
      <dgm:prSet/>
      <dgm:spPr/>
      <dgm:t>
        <a:bodyPr/>
        <a:lstStyle/>
        <a:p>
          <a:endParaRPr lang="en-US"/>
        </a:p>
      </dgm:t>
    </dgm:pt>
    <dgm:pt modelId="{BA2D6097-6F51-47D5-86E5-F9A1F679E618}" type="sibTrans" cxnId="{6467FFEC-6CA1-474B-AFEC-57BEB5C15DA5}">
      <dgm:prSet/>
      <dgm:spPr/>
      <dgm:t>
        <a:bodyPr/>
        <a:lstStyle/>
        <a:p>
          <a:endParaRPr lang="en-US"/>
        </a:p>
      </dgm:t>
    </dgm:pt>
    <dgm:pt modelId="{9B1E1A5A-3F69-4431-89D8-7D35574213A3}" type="pres">
      <dgm:prSet presAssocID="{89C2B0CB-D6DE-49F5-99AE-0F66D2A5B0C1}" presName="root" presStyleCnt="0">
        <dgm:presLayoutVars>
          <dgm:dir/>
          <dgm:resizeHandles val="exact"/>
        </dgm:presLayoutVars>
      </dgm:prSet>
      <dgm:spPr/>
    </dgm:pt>
    <dgm:pt modelId="{351E8139-CF7F-47B1-8B3D-31BC5BF90EDD}" type="pres">
      <dgm:prSet presAssocID="{7DB158A9-233E-4C53-B4F7-88702540CE7C}" presName="compNode" presStyleCnt="0"/>
      <dgm:spPr/>
    </dgm:pt>
    <dgm:pt modelId="{CC941F9C-FC63-4876-AC8C-6379E6C6F638}" type="pres">
      <dgm:prSet presAssocID="{7DB158A9-233E-4C53-B4F7-88702540CE7C}" presName="bgRect" presStyleLbl="bgShp" presStyleIdx="0" presStyleCnt="4"/>
      <dgm:spPr/>
    </dgm:pt>
    <dgm:pt modelId="{2E41A590-AAB9-4B19-BFCB-D4E683A69E04}" type="pres">
      <dgm:prSet presAssocID="{7DB158A9-233E-4C53-B4F7-88702540CE7C}"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ouse"/>
        </a:ext>
      </dgm:extLst>
    </dgm:pt>
    <dgm:pt modelId="{0AEC40AF-8544-424C-941D-A8EBE03C6A05}" type="pres">
      <dgm:prSet presAssocID="{7DB158A9-233E-4C53-B4F7-88702540CE7C}" presName="spaceRect" presStyleCnt="0"/>
      <dgm:spPr/>
    </dgm:pt>
    <dgm:pt modelId="{02D24DDB-19F7-4299-9E82-8740DB385ED3}" type="pres">
      <dgm:prSet presAssocID="{7DB158A9-233E-4C53-B4F7-88702540CE7C}" presName="parTx" presStyleLbl="revTx" presStyleIdx="0" presStyleCnt="4">
        <dgm:presLayoutVars>
          <dgm:chMax val="0"/>
          <dgm:chPref val="0"/>
        </dgm:presLayoutVars>
      </dgm:prSet>
      <dgm:spPr/>
    </dgm:pt>
    <dgm:pt modelId="{39BF3FFD-E5AB-45B4-A981-2EA88A56336C}" type="pres">
      <dgm:prSet presAssocID="{556200EF-026B-4B3B-A914-709CA46BB6BE}" presName="sibTrans" presStyleCnt="0"/>
      <dgm:spPr/>
    </dgm:pt>
    <dgm:pt modelId="{F80E5382-C6B6-4259-9A22-4200C19C0825}" type="pres">
      <dgm:prSet presAssocID="{7D7EF1C1-5ACC-47CF-847B-A3F3FEEF7386}" presName="compNode" presStyleCnt="0"/>
      <dgm:spPr/>
    </dgm:pt>
    <dgm:pt modelId="{04F66FE1-EBC0-418A-9D8B-0F8A6D691C19}" type="pres">
      <dgm:prSet presAssocID="{7D7EF1C1-5ACC-47CF-847B-A3F3FEEF7386}" presName="bgRect" presStyleLbl="bgShp" presStyleIdx="1" presStyleCnt="4"/>
      <dgm:spPr/>
    </dgm:pt>
    <dgm:pt modelId="{37763814-E9FB-4096-9E0B-4FF32587671E}" type="pres">
      <dgm:prSet presAssocID="{7D7EF1C1-5ACC-47CF-847B-A3F3FEEF7386}"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ss Pieces"/>
        </a:ext>
      </dgm:extLst>
    </dgm:pt>
    <dgm:pt modelId="{B108C4F5-A70B-406E-A4F9-2777653C8B5B}" type="pres">
      <dgm:prSet presAssocID="{7D7EF1C1-5ACC-47CF-847B-A3F3FEEF7386}" presName="spaceRect" presStyleCnt="0"/>
      <dgm:spPr/>
    </dgm:pt>
    <dgm:pt modelId="{FFFA27AB-608E-4685-943F-4F4D213EEF2B}" type="pres">
      <dgm:prSet presAssocID="{7D7EF1C1-5ACC-47CF-847B-A3F3FEEF7386}" presName="parTx" presStyleLbl="revTx" presStyleIdx="1" presStyleCnt="4">
        <dgm:presLayoutVars>
          <dgm:chMax val="0"/>
          <dgm:chPref val="0"/>
        </dgm:presLayoutVars>
      </dgm:prSet>
      <dgm:spPr/>
    </dgm:pt>
    <dgm:pt modelId="{3A35DB05-AF32-4D80-AF2D-90BA6423503A}" type="pres">
      <dgm:prSet presAssocID="{2D9CC77A-2D37-439B-B7D8-C133FCD91851}" presName="sibTrans" presStyleCnt="0"/>
      <dgm:spPr/>
    </dgm:pt>
    <dgm:pt modelId="{696C9401-2FC1-4EAB-BF64-EA886A287F6A}" type="pres">
      <dgm:prSet presAssocID="{762B41DC-3AEE-47AF-8F6F-03D82551D824}" presName="compNode" presStyleCnt="0"/>
      <dgm:spPr/>
    </dgm:pt>
    <dgm:pt modelId="{D88A490A-CD5A-47FA-9BCA-E69D78BFEA10}" type="pres">
      <dgm:prSet presAssocID="{762B41DC-3AEE-47AF-8F6F-03D82551D824}" presName="bgRect" presStyleLbl="bgShp" presStyleIdx="2" presStyleCnt="4"/>
      <dgm:spPr/>
    </dgm:pt>
    <dgm:pt modelId="{568AFA94-31B8-4FDB-AF69-2CA8C2A1C379}" type="pres">
      <dgm:prSet presAssocID="{762B41DC-3AEE-47AF-8F6F-03D82551D824}"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ice"/>
        </a:ext>
      </dgm:extLst>
    </dgm:pt>
    <dgm:pt modelId="{6B9D878D-99EF-4BFB-BB46-C3C418F84CCA}" type="pres">
      <dgm:prSet presAssocID="{762B41DC-3AEE-47AF-8F6F-03D82551D824}" presName="spaceRect" presStyleCnt="0"/>
      <dgm:spPr/>
    </dgm:pt>
    <dgm:pt modelId="{687BAF92-5722-4B49-B837-6D5B92793D5A}" type="pres">
      <dgm:prSet presAssocID="{762B41DC-3AEE-47AF-8F6F-03D82551D824}" presName="parTx" presStyleLbl="revTx" presStyleIdx="2" presStyleCnt="4">
        <dgm:presLayoutVars>
          <dgm:chMax val="0"/>
          <dgm:chPref val="0"/>
        </dgm:presLayoutVars>
      </dgm:prSet>
      <dgm:spPr/>
    </dgm:pt>
    <dgm:pt modelId="{CF98116F-814B-4D3A-94CB-1A77703969C0}" type="pres">
      <dgm:prSet presAssocID="{1AA77E10-168F-41ED-BA0F-76A5C1CCA033}" presName="sibTrans" presStyleCnt="0"/>
      <dgm:spPr/>
    </dgm:pt>
    <dgm:pt modelId="{FA88805F-42D2-47A1-B30F-17AB0BE60E20}" type="pres">
      <dgm:prSet presAssocID="{CA17A6F2-E6A7-4D18-BDDE-B5DF37794E15}" presName="compNode" presStyleCnt="0"/>
      <dgm:spPr/>
    </dgm:pt>
    <dgm:pt modelId="{22AAC63D-FD00-4171-A482-9A841577359A}" type="pres">
      <dgm:prSet presAssocID="{CA17A6F2-E6A7-4D18-BDDE-B5DF37794E15}" presName="bgRect" presStyleLbl="bgShp" presStyleIdx="3" presStyleCnt="4"/>
      <dgm:spPr/>
    </dgm:pt>
    <dgm:pt modelId="{40BBEBFB-9E35-4DA6-9528-F09982EBCD50}" type="pres">
      <dgm:prSet presAssocID="{CA17A6F2-E6A7-4D18-BDDE-B5DF37794E15}"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Playing Cards"/>
        </a:ext>
      </dgm:extLst>
    </dgm:pt>
    <dgm:pt modelId="{2F8E4A5E-E64B-48AD-B102-A3B12DA5277F}" type="pres">
      <dgm:prSet presAssocID="{CA17A6F2-E6A7-4D18-BDDE-B5DF37794E15}" presName="spaceRect" presStyleCnt="0"/>
      <dgm:spPr/>
    </dgm:pt>
    <dgm:pt modelId="{1FBB95FC-9EB4-44B4-ABAE-79EF94ACA4DE}" type="pres">
      <dgm:prSet presAssocID="{CA17A6F2-E6A7-4D18-BDDE-B5DF37794E15}" presName="parTx" presStyleLbl="revTx" presStyleIdx="3" presStyleCnt="4">
        <dgm:presLayoutVars>
          <dgm:chMax val="0"/>
          <dgm:chPref val="0"/>
        </dgm:presLayoutVars>
      </dgm:prSet>
      <dgm:spPr/>
    </dgm:pt>
  </dgm:ptLst>
  <dgm:cxnLst>
    <dgm:cxn modelId="{B8963539-27EB-4A34-8761-DC31EA7A4719}" srcId="{89C2B0CB-D6DE-49F5-99AE-0F66D2A5B0C1}" destId="{762B41DC-3AEE-47AF-8F6F-03D82551D824}" srcOrd="2" destOrd="0" parTransId="{73FFDCFA-AA5A-4CD3-8092-71461E21C878}" sibTransId="{1AA77E10-168F-41ED-BA0F-76A5C1CCA033}"/>
    <dgm:cxn modelId="{C6905D6B-238E-4E25-8CD8-B04F11A83F8A}" type="presOf" srcId="{762B41DC-3AEE-47AF-8F6F-03D82551D824}" destId="{687BAF92-5722-4B49-B837-6D5B92793D5A}" srcOrd="0" destOrd="0" presId="urn:microsoft.com/office/officeart/2018/2/layout/IconVerticalSolidList"/>
    <dgm:cxn modelId="{B09A4D70-E4CE-4C2A-B7DE-DC8D1126A28F}" type="presOf" srcId="{CA17A6F2-E6A7-4D18-BDDE-B5DF37794E15}" destId="{1FBB95FC-9EB4-44B4-ABAE-79EF94ACA4DE}" srcOrd="0" destOrd="0" presId="urn:microsoft.com/office/officeart/2018/2/layout/IconVerticalSolidList"/>
    <dgm:cxn modelId="{3AAF9B7B-BCB7-43D6-AC3C-1B543B196696}" srcId="{89C2B0CB-D6DE-49F5-99AE-0F66D2A5B0C1}" destId="{7DB158A9-233E-4C53-B4F7-88702540CE7C}" srcOrd="0" destOrd="0" parTransId="{1EA85676-5795-4687-B91B-6A302EE9CEB8}" sibTransId="{556200EF-026B-4B3B-A914-709CA46BB6BE}"/>
    <dgm:cxn modelId="{ADCE9486-9C80-4603-84C6-8170B91F3CB9}" type="presOf" srcId="{89C2B0CB-D6DE-49F5-99AE-0F66D2A5B0C1}" destId="{9B1E1A5A-3F69-4431-89D8-7D35574213A3}" srcOrd="0" destOrd="0" presId="urn:microsoft.com/office/officeart/2018/2/layout/IconVerticalSolidList"/>
    <dgm:cxn modelId="{134DE58F-70A1-42DA-81F8-6238378F937D}" type="presOf" srcId="{7D7EF1C1-5ACC-47CF-847B-A3F3FEEF7386}" destId="{FFFA27AB-608E-4685-943F-4F4D213EEF2B}" srcOrd="0" destOrd="0" presId="urn:microsoft.com/office/officeart/2018/2/layout/IconVerticalSolidList"/>
    <dgm:cxn modelId="{593018C0-96A8-4804-80CC-38D5156FE0C6}" type="presOf" srcId="{7DB158A9-233E-4C53-B4F7-88702540CE7C}" destId="{02D24DDB-19F7-4299-9E82-8740DB385ED3}" srcOrd="0" destOrd="0" presId="urn:microsoft.com/office/officeart/2018/2/layout/IconVerticalSolidList"/>
    <dgm:cxn modelId="{6467FFEC-6CA1-474B-AFEC-57BEB5C15DA5}" srcId="{89C2B0CB-D6DE-49F5-99AE-0F66D2A5B0C1}" destId="{CA17A6F2-E6A7-4D18-BDDE-B5DF37794E15}" srcOrd="3" destOrd="0" parTransId="{4DFF76B5-9C78-4D39-B1C5-3A722D1520B8}" sibTransId="{BA2D6097-6F51-47D5-86E5-F9A1F679E618}"/>
    <dgm:cxn modelId="{2C93F4F4-7DF9-41EA-AE04-9F1B5CF039EF}" srcId="{89C2B0CB-D6DE-49F5-99AE-0F66D2A5B0C1}" destId="{7D7EF1C1-5ACC-47CF-847B-A3F3FEEF7386}" srcOrd="1" destOrd="0" parTransId="{AB71245C-7848-4F1E-A38A-B2AC13C8047C}" sibTransId="{2D9CC77A-2D37-439B-B7D8-C133FCD91851}"/>
    <dgm:cxn modelId="{C2BC0998-D09B-46CF-A6C8-5854287FF94A}" type="presParOf" srcId="{9B1E1A5A-3F69-4431-89D8-7D35574213A3}" destId="{351E8139-CF7F-47B1-8B3D-31BC5BF90EDD}" srcOrd="0" destOrd="0" presId="urn:microsoft.com/office/officeart/2018/2/layout/IconVerticalSolidList"/>
    <dgm:cxn modelId="{79CFC09D-F104-403B-9423-462565DAAC78}" type="presParOf" srcId="{351E8139-CF7F-47B1-8B3D-31BC5BF90EDD}" destId="{CC941F9C-FC63-4876-AC8C-6379E6C6F638}" srcOrd="0" destOrd="0" presId="urn:microsoft.com/office/officeart/2018/2/layout/IconVerticalSolidList"/>
    <dgm:cxn modelId="{D091082E-8FAA-49EB-BECB-6B89F7EFCA86}" type="presParOf" srcId="{351E8139-CF7F-47B1-8B3D-31BC5BF90EDD}" destId="{2E41A590-AAB9-4B19-BFCB-D4E683A69E04}" srcOrd="1" destOrd="0" presId="urn:microsoft.com/office/officeart/2018/2/layout/IconVerticalSolidList"/>
    <dgm:cxn modelId="{CBF185EE-9541-48D9-A09C-5237224226D3}" type="presParOf" srcId="{351E8139-CF7F-47B1-8B3D-31BC5BF90EDD}" destId="{0AEC40AF-8544-424C-941D-A8EBE03C6A05}" srcOrd="2" destOrd="0" presId="urn:microsoft.com/office/officeart/2018/2/layout/IconVerticalSolidList"/>
    <dgm:cxn modelId="{2B134EEC-C795-4CA3-816E-943E3607A167}" type="presParOf" srcId="{351E8139-CF7F-47B1-8B3D-31BC5BF90EDD}" destId="{02D24DDB-19F7-4299-9E82-8740DB385ED3}" srcOrd="3" destOrd="0" presId="urn:microsoft.com/office/officeart/2018/2/layout/IconVerticalSolidList"/>
    <dgm:cxn modelId="{0679CF9D-5037-44D5-912B-E9725A7D963B}" type="presParOf" srcId="{9B1E1A5A-3F69-4431-89D8-7D35574213A3}" destId="{39BF3FFD-E5AB-45B4-A981-2EA88A56336C}" srcOrd="1" destOrd="0" presId="urn:microsoft.com/office/officeart/2018/2/layout/IconVerticalSolidList"/>
    <dgm:cxn modelId="{41C7E58D-2671-4837-8D19-F8FCA5C46131}" type="presParOf" srcId="{9B1E1A5A-3F69-4431-89D8-7D35574213A3}" destId="{F80E5382-C6B6-4259-9A22-4200C19C0825}" srcOrd="2" destOrd="0" presId="urn:microsoft.com/office/officeart/2018/2/layout/IconVerticalSolidList"/>
    <dgm:cxn modelId="{EBCC7483-D80D-4FF3-8AE8-E107B180AE62}" type="presParOf" srcId="{F80E5382-C6B6-4259-9A22-4200C19C0825}" destId="{04F66FE1-EBC0-418A-9D8B-0F8A6D691C19}" srcOrd="0" destOrd="0" presId="urn:microsoft.com/office/officeart/2018/2/layout/IconVerticalSolidList"/>
    <dgm:cxn modelId="{6F562583-F439-43DA-A88C-0B62C444D4FC}" type="presParOf" srcId="{F80E5382-C6B6-4259-9A22-4200C19C0825}" destId="{37763814-E9FB-4096-9E0B-4FF32587671E}" srcOrd="1" destOrd="0" presId="urn:microsoft.com/office/officeart/2018/2/layout/IconVerticalSolidList"/>
    <dgm:cxn modelId="{CD112664-7B38-43B8-99C6-79FFE4113158}" type="presParOf" srcId="{F80E5382-C6B6-4259-9A22-4200C19C0825}" destId="{B108C4F5-A70B-406E-A4F9-2777653C8B5B}" srcOrd="2" destOrd="0" presId="urn:microsoft.com/office/officeart/2018/2/layout/IconVerticalSolidList"/>
    <dgm:cxn modelId="{95EC843C-9E3E-422A-A21C-E86FA534053A}" type="presParOf" srcId="{F80E5382-C6B6-4259-9A22-4200C19C0825}" destId="{FFFA27AB-608E-4685-943F-4F4D213EEF2B}" srcOrd="3" destOrd="0" presId="urn:microsoft.com/office/officeart/2018/2/layout/IconVerticalSolidList"/>
    <dgm:cxn modelId="{5278D92D-ACA0-4667-BF40-2650AD980768}" type="presParOf" srcId="{9B1E1A5A-3F69-4431-89D8-7D35574213A3}" destId="{3A35DB05-AF32-4D80-AF2D-90BA6423503A}" srcOrd="3" destOrd="0" presId="urn:microsoft.com/office/officeart/2018/2/layout/IconVerticalSolidList"/>
    <dgm:cxn modelId="{72CBCE53-6031-4712-B039-0CF848AA24DD}" type="presParOf" srcId="{9B1E1A5A-3F69-4431-89D8-7D35574213A3}" destId="{696C9401-2FC1-4EAB-BF64-EA886A287F6A}" srcOrd="4" destOrd="0" presId="urn:microsoft.com/office/officeart/2018/2/layout/IconVerticalSolidList"/>
    <dgm:cxn modelId="{3D942554-6E7A-4052-931B-6AF9A6375E55}" type="presParOf" srcId="{696C9401-2FC1-4EAB-BF64-EA886A287F6A}" destId="{D88A490A-CD5A-47FA-9BCA-E69D78BFEA10}" srcOrd="0" destOrd="0" presId="urn:microsoft.com/office/officeart/2018/2/layout/IconVerticalSolidList"/>
    <dgm:cxn modelId="{49B83364-6449-4C4F-B747-AB087847DAA2}" type="presParOf" srcId="{696C9401-2FC1-4EAB-BF64-EA886A287F6A}" destId="{568AFA94-31B8-4FDB-AF69-2CA8C2A1C379}" srcOrd="1" destOrd="0" presId="urn:microsoft.com/office/officeart/2018/2/layout/IconVerticalSolidList"/>
    <dgm:cxn modelId="{DA56FD8F-45E0-4D17-8DF7-0CE386DFB71C}" type="presParOf" srcId="{696C9401-2FC1-4EAB-BF64-EA886A287F6A}" destId="{6B9D878D-99EF-4BFB-BB46-C3C418F84CCA}" srcOrd="2" destOrd="0" presId="urn:microsoft.com/office/officeart/2018/2/layout/IconVerticalSolidList"/>
    <dgm:cxn modelId="{C8EFEF47-4CE3-4A6D-AEF1-BEE462A5A28F}" type="presParOf" srcId="{696C9401-2FC1-4EAB-BF64-EA886A287F6A}" destId="{687BAF92-5722-4B49-B837-6D5B92793D5A}" srcOrd="3" destOrd="0" presId="urn:microsoft.com/office/officeart/2018/2/layout/IconVerticalSolidList"/>
    <dgm:cxn modelId="{D040F17C-9698-4C03-AFCD-11E595DF212F}" type="presParOf" srcId="{9B1E1A5A-3F69-4431-89D8-7D35574213A3}" destId="{CF98116F-814B-4D3A-94CB-1A77703969C0}" srcOrd="5" destOrd="0" presId="urn:microsoft.com/office/officeart/2018/2/layout/IconVerticalSolidList"/>
    <dgm:cxn modelId="{9994FA3E-3437-48D6-82FD-0AEDC1AAAE4E}" type="presParOf" srcId="{9B1E1A5A-3F69-4431-89D8-7D35574213A3}" destId="{FA88805F-42D2-47A1-B30F-17AB0BE60E20}" srcOrd="6" destOrd="0" presId="urn:microsoft.com/office/officeart/2018/2/layout/IconVerticalSolidList"/>
    <dgm:cxn modelId="{4FC1DA9F-EDC5-4F16-A7D6-77EB3BC52233}" type="presParOf" srcId="{FA88805F-42D2-47A1-B30F-17AB0BE60E20}" destId="{22AAC63D-FD00-4171-A482-9A841577359A}" srcOrd="0" destOrd="0" presId="urn:microsoft.com/office/officeart/2018/2/layout/IconVerticalSolidList"/>
    <dgm:cxn modelId="{2083605E-607D-439E-9F26-83367D1B8532}" type="presParOf" srcId="{FA88805F-42D2-47A1-B30F-17AB0BE60E20}" destId="{40BBEBFB-9E35-4DA6-9528-F09982EBCD50}" srcOrd="1" destOrd="0" presId="urn:microsoft.com/office/officeart/2018/2/layout/IconVerticalSolidList"/>
    <dgm:cxn modelId="{049BAB8B-9DC0-432A-B136-5D3312D74876}" type="presParOf" srcId="{FA88805F-42D2-47A1-B30F-17AB0BE60E20}" destId="{2F8E4A5E-E64B-48AD-B102-A3B12DA5277F}" srcOrd="2" destOrd="0" presId="urn:microsoft.com/office/officeart/2018/2/layout/IconVerticalSolidList"/>
    <dgm:cxn modelId="{1F94BB81-17B3-4454-8816-799D106BCF8B}" type="presParOf" srcId="{FA88805F-42D2-47A1-B30F-17AB0BE60E20}" destId="{1FBB95FC-9EB4-44B4-ABAE-79EF94ACA4D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9DC4B85-27BE-41CA-9761-DBECA8B1A6EA}" type="doc">
      <dgm:prSet loTypeId="urn:microsoft.com/office/officeart/2018/5/layout/IconCircle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C4A476B7-34AA-46A5-8DF2-794D9A211459}">
      <dgm:prSet/>
      <dgm:spPr/>
      <dgm:t>
        <a:bodyPr/>
        <a:lstStyle/>
        <a:p>
          <a:pPr>
            <a:defRPr cap="all"/>
          </a:pPr>
          <a:r>
            <a:rPr lang="en-US"/>
            <a:t>season – season year (2018, 2019, …).</a:t>
          </a:r>
        </a:p>
      </dgm:t>
    </dgm:pt>
    <dgm:pt modelId="{1700667E-616C-48FC-887A-F759566D2B87}" type="parTrans" cxnId="{22325BF4-68D4-4B72-A847-35A1E20244EB}">
      <dgm:prSet/>
      <dgm:spPr/>
      <dgm:t>
        <a:bodyPr/>
        <a:lstStyle/>
        <a:p>
          <a:endParaRPr lang="en-US"/>
        </a:p>
      </dgm:t>
    </dgm:pt>
    <dgm:pt modelId="{2BDB2861-94AF-4F0E-B76A-8A1AE2265DCF}" type="sibTrans" cxnId="{22325BF4-68D4-4B72-A847-35A1E20244EB}">
      <dgm:prSet/>
      <dgm:spPr/>
      <dgm:t>
        <a:bodyPr/>
        <a:lstStyle/>
        <a:p>
          <a:endParaRPr lang="en-US"/>
        </a:p>
      </dgm:t>
    </dgm:pt>
    <dgm:pt modelId="{391A4CDD-E006-498E-A4B0-6BA3A2CBAE7F}">
      <dgm:prSet/>
      <dgm:spPr/>
      <dgm:t>
        <a:bodyPr/>
        <a:lstStyle/>
        <a:p>
          <a:pPr>
            <a:defRPr cap="all"/>
          </a:pPr>
          <a:r>
            <a:rPr lang="en-US"/>
            <a:t>game_id – unique identifier for each game.</a:t>
          </a:r>
        </a:p>
      </dgm:t>
    </dgm:pt>
    <dgm:pt modelId="{09C8A433-5A55-4E8A-91C2-671ADDAF4176}" type="parTrans" cxnId="{BB2DE2C2-2617-4F24-A3BE-FDAC54D22505}">
      <dgm:prSet/>
      <dgm:spPr/>
      <dgm:t>
        <a:bodyPr/>
        <a:lstStyle/>
        <a:p>
          <a:endParaRPr lang="en-US"/>
        </a:p>
      </dgm:t>
    </dgm:pt>
    <dgm:pt modelId="{407282BD-4542-46E6-916C-C704EEA2FF1D}" type="sibTrans" cxnId="{BB2DE2C2-2617-4F24-A3BE-FDAC54D22505}">
      <dgm:prSet/>
      <dgm:spPr/>
      <dgm:t>
        <a:bodyPr/>
        <a:lstStyle/>
        <a:p>
          <a:endParaRPr lang="en-US"/>
        </a:p>
      </dgm:t>
    </dgm:pt>
    <dgm:pt modelId="{08B8FC5F-8C1B-491A-933B-56AAA997890F}">
      <dgm:prSet/>
      <dgm:spPr/>
      <dgm:t>
        <a:bodyPr/>
        <a:lstStyle/>
        <a:p>
          <a:pPr>
            <a:defRPr cap="all"/>
          </a:pPr>
          <a:r>
            <a:rPr lang="en-US"/>
            <a:t>game_type – REG (regular), WC, DIV, CON, SB (playoffs).</a:t>
          </a:r>
        </a:p>
      </dgm:t>
    </dgm:pt>
    <dgm:pt modelId="{65A97691-D446-4B69-8D2A-1E12840D0622}" type="parTrans" cxnId="{A8D62CFC-2150-435F-BE1C-52776954A24A}">
      <dgm:prSet/>
      <dgm:spPr/>
      <dgm:t>
        <a:bodyPr/>
        <a:lstStyle/>
        <a:p>
          <a:endParaRPr lang="en-US"/>
        </a:p>
      </dgm:t>
    </dgm:pt>
    <dgm:pt modelId="{04CF0A7C-99C0-4928-84D2-4F4BC8849066}" type="sibTrans" cxnId="{A8D62CFC-2150-435F-BE1C-52776954A24A}">
      <dgm:prSet/>
      <dgm:spPr/>
      <dgm:t>
        <a:bodyPr/>
        <a:lstStyle/>
        <a:p>
          <a:endParaRPr lang="en-US"/>
        </a:p>
      </dgm:t>
    </dgm:pt>
    <dgm:pt modelId="{AB7B1F1A-270E-40E1-914B-30F2C7695243}">
      <dgm:prSet/>
      <dgm:spPr/>
      <dgm:t>
        <a:bodyPr/>
        <a:lstStyle/>
        <a:p>
          <a:pPr>
            <a:defRPr cap="all"/>
          </a:pPr>
          <a:r>
            <a:rPr lang="en-US"/>
            <a:t>week – week number (regular and into playoffs).</a:t>
          </a:r>
        </a:p>
      </dgm:t>
    </dgm:pt>
    <dgm:pt modelId="{8A704A9D-2795-4F0D-84D6-2975A20C91F5}" type="parTrans" cxnId="{5256E8D0-700B-4E90-8B6E-711339DB86B6}">
      <dgm:prSet/>
      <dgm:spPr/>
      <dgm:t>
        <a:bodyPr/>
        <a:lstStyle/>
        <a:p>
          <a:endParaRPr lang="en-US"/>
        </a:p>
      </dgm:t>
    </dgm:pt>
    <dgm:pt modelId="{85D0984A-5162-4559-B763-3D1758F62D66}" type="sibTrans" cxnId="{5256E8D0-700B-4E90-8B6E-711339DB86B6}">
      <dgm:prSet/>
      <dgm:spPr/>
      <dgm:t>
        <a:bodyPr/>
        <a:lstStyle/>
        <a:p>
          <a:endParaRPr lang="en-US"/>
        </a:p>
      </dgm:t>
    </dgm:pt>
    <dgm:pt modelId="{793AC2A9-BDE8-42E4-9536-5315AFE7208C}">
      <dgm:prSet/>
      <dgm:spPr/>
      <dgm:t>
        <a:bodyPr/>
        <a:lstStyle/>
        <a:p>
          <a:pPr>
            <a:defRPr cap="all"/>
          </a:pPr>
          <a:r>
            <a:rPr lang="en-US"/>
            <a:t>home_team, away_team – team abbreviations.</a:t>
          </a:r>
        </a:p>
      </dgm:t>
    </dgm:pt>
    <dgm:pt modelId="{B3A21515-6F78-4C80-9D85-2A08DA32B77D}" type="parTrans" cxnId="{6F838F49-D56F-4C46-8426-F8DF632D1BAD}">
      <dgm:prSet/>
      <dgm:spPr/>
      <dgm:t>
        <a:bodyPr/>
        <a:lstStyle/>
        <a:p>
          <a:endParaRPr lang="en-US"/>
        </a:p>
      </dgm:t>
    </dgm:pt>
    <dgm:pt modelId="{AA39D023-0D00-47F3-BB6E-673BB0C5331A}" type="sibTrans" cxnId="{6F838F49-D56F-4C46-8426-F8DF632D1BAD}">
      <dgm:prSet/>
      <dgm:spPr/>
      <dgm:t>
        <a:bodyPr/>
        <a:lstStyle/>
        <a:p>
          <a:endParaRPr lang="en-US"/>
        </a:p>
      </dgm:t>
    </dgm:pt>
    <dgm:pt modelId="{555522C3-5E18-4761-8776-03A73C74C0BD}">
      <dgm:prSet/>
      <dgm:spPr/>
      <dgm:t>
        <a:bodyPr/>
        <a:lstStyle/>
        <a:p>
          <a:pPr>
            <a:defRPr cap="all"/>
          </a:pPr>
          <a:r>
            <a:rPr lang="en-US"/>
            <a:t>home_score, away_score – final points scored.</a:t>
          </a:r>
        </a:p>
      </dgm:t>
    </dgm:pt>
    <dgm:pt modelId="{12AB673B-293F-4C7C-A71F-F5BF4CF2D251}" type="parTrans" cxnId="{CAFF91D6-CD28-41C4-B9DD-70F840E6C95F}">
      <dgm:prSet/>
      <dgm:spPr/>
      <dgm:t>
        <a:bodyPr/>
        <a:lstStyle/>
        <a:p>
          <a:endParaRPr lang="en-US"/>
        </a:p>
      </dgm:t>
    </dgm:pt>
    <dgm:pt modelId="{723E8918-8D79-4484-A830-1B94905C01E6}" type="sibTrans" cxnId="{CAFF91D6-CD28-41C4-B9DD-70F840E6C95F}">
      <dgm:prSet/>
      <dgm:spPr/>
      <dgm:t>
        <a:bodyPr/>
        <a:lstStyle/>
        <a:p>
          <a:endParaRPr lang="en-US"/>
        </a:p>
      </dgm:t>
    </dgm:pt>
    <dgm:pt modelId="{E1BF6E47-7D6B-44C7-A182-BCFC0994630C}">
      <dgm:prSet/>
      <dgm:spPr/>
      <dgm:t>
        <a:bodyPr/>
        <a:lstStyle/>
        <a:p>
          <a:pPr>
            <a:defRPr cap="all"/>
          </a:pPr>
          <a:r>
            <a:rPr lang="en-US"/>
            <a:t>game_outcome – from home perspective (1 = home win, 0 = away win, 0.5 = tie).</a:t>
          </a:r>
        </a:p>
      </dgm:t>
    </dgm:pt>
    <dgm:pt modelId="{665667D5-9C09-4A09-B389-448A42D2844F}" type="parTrans" cxnId="{85871299-19D5-4FF3-B9C5-8EF680C67875}">
      <dgm:prSet/>
      <dgm:spPr/>
      <dgm:t>
        <a:bodyPr/>
        <a:lstStyle/>
        <a:p>
          <a:endParaRPr lang="en-US"/>
        </a:p>
      </dgm:t>
    </dgm:pt>
    <dgm:pt modelId="{161DFB50-1F98-4713-94D4-89FB5F99A8FA}" type="sibTrans" cxnId="{85871299-19D5-4FF3-B9C5-8EF680C67875}">
      <dgm:prSet/>
      <dgm:spPr/>
      <dgm:t>
        <a:bodyPr/>
        <a:lstStyle/>
        <a:p>
          <a:endParaRPr lang="en-US"/>
        </a:p>
      </dgm:t>
    </dgm:pt>
    <dgm:pt modelId="{C449865F-B743-47BA-9F90-493AF8E7ED34}">
      <dgm:prSet/>
      <dgm:spPr/>
      <dgm:t>
        <a:bodyPr/>
        <a:lstStyle/>
        <a:p>
          <a:pPr>
            <a:defRPr cap="all"/>
          </a:pPr>
          <a:r>
            <a:rPr lang="en-US"/>
            <a:t>score_diff – home_score minus away_score (positive = home scored more).</a:t>
          </a:r>
        </a:p>
      </dgm:t>
    </dgm:pt>
    <dgm:pt modelId="{85FEE9A1-FF13-4945-97F0-243536C6C679}" type="parTrans" cxnId="{71FBEB58-80D9-4651-A277-0772803759D6}">
      <dgm:prSet/>
      <dgm:spPr/>
      <dgm:t>
        <a:bodyPr/>
        <a:lstStyle/>
        <a:p>
          <a:endParaRPr lang="en-US"/>
        </a:p>
      </dgm:t>
    </dgm:pt>
    <dgm:pt modelId="{28EF4C61-3026-4FB3-B8A2-1A5EBFBFE058}" type="sibTrans" cxnId="{71FBEB58-80D9-4651-A277-0772803759D6}">
      <dgm:prSet/>
      <dgm:spPr/>
      <dgm:t>
        <a:bodyPr/>
        <a:lstStyle/>
        <a:p>
          <a:endParaRPr lang="en-US"/>
        </a:p>
      </dgm:t>
    </dgm:pt>
    <dgm:pt modelId="{4C823232-8EAE-4A76-9C9A-4B21FF9DBBC2}" type="pres">
      <dgm:prSet presAssocID="{59DC4B85-27BE-41CA-9761-DBECA8B1A6EA}" presName="root" presStyleCnt="0">
        <dgm:presLayoutVars>
          <dgm:dir/>
          <dgm:resizeHandles val="exact"/>
        </dgm:presLayoutVars>
      </dgm:prSet>
      <dgm:spPr/>
    </dgm:pt>
    <dgm:pt modelId="{BFB9A8B4-FAD2-4900-8286-B0D2A21DA908}" type="pres">
      <dgm:prSet presAssocID="{C4A476B7-34AA-46A5-8DF2-794D9A211459}" presName="compNode" presStyleCnt="0"/>
      <dgm:spPr/>
    </dgm:pt>
    <dgm:pt modelId="{C84FBE8E-640A-4AAD-B292-4C8497EA83F2}" type="pres">
      <dgm:prSet presAssocID="{C4A476B7-34AA-46A5-8DF2-794D9A211459}" presName="iconBgRect" presStyleLbl="bgShp" presStyleIdx="0" presStyleCnt="8"/>
      <dgm:spPr/>
    </dgm:pt>
    <dgm:pt modelId="{A304C856-7CB9-4AE1-BC3B-3C48E0093A5C}" type="pres">
      <dgm:prSet presAssocID="{C4A476B7-34AA-46A5-8DF2-794D9A211459}" presName="iconRect" presStyleLbl="node1" presStyleIdx="0" presStyleCnt="8"/>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nowflake"/>
        </a:ext>
      </dgm:extLst>
    </dgm:pt>
    <dgm:pt modelId="{EFFFB0AF-7D36-419A-9B81-2359151DD8C7}" type="pres">
      <dgm:prSet presAssocID="{C4A476B7-34AA-46A5-8DF2-794D9A211459}" presName="spaceRect" presStyleCnt="0"/>
      <dgm:spPr/>
    </dgm:pt>
    <dgm:pt modelId="{1B853A91-1696-4E6C-9303-8AF68B48357B}" type="pres">
      <dgm:prSet presAssocID="{C4A476B7-34AA-46A5-8DF2-794D9A211459}" presName="textRect" presStyleLbl="revTx" presStyleIdx="0" presStyleCnt="8">
        <dgm:presLayoutVars>
          <dgm:chMax val="1"/>
          <dgm:chPref val="1"/>
        </dgm:presLayoutVars>
      </dgm:prSet>
      <dgm:spPr/>
    </dgm:pt>
    <dgm:pt modelId="{4DA6ED0F-1741-4F11-A244-869EEEEFD943}" type="pres">
      <dgm:prSet presAssocID="{2BDB2861-94AF-4F0E-B76A-8A1AE2265DCF}" presName="sibTrans" presStyleCnt="0"/>
      <dgm:spPr/>
    </dgm:pt>
    <dgm:pt modelId="{633876FC-860A-4C30-925F-38BA227E2261}" type="pres">
      <dgm:prSet presAssocID="{391A4CDD-E006-498E-A4B0-6BA3A2CBAE7F}" presName="compNode" presStyleCnt="0"/>
      <dgm:spPr/>
    </dgm:pt>
    <dgm:pt modelId="{0EEF73C9-C117-43E1-9D99-82E2EFE11E40}" type="pres">
      <dgm:prSet presAssocID="{391A4CDD-E006-498E-A4B0-6BA3A2CBAE7F}" presName="iconBgRect" presStyleLbl="bgShp" presStyleIdx="1" presStyleCnt="8"/>
      <dgm:spPr/>
    </dgm:pt>
    <dgm:pt modelId="{25453272-D191-4E78-BC20-4EC80DA37AD9}" type="pres">
      <dgm:prSet presAssocID="{391A4CDD-E006-498E-A4B0-6BA3A2CBAE7F}" presName="iconRect" presStyleLbl="node1" presStyleIdx="1" presStyleCnt="8"/>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Employee Badge"/>
        </a:ext>
      </dgm:extLst>
    </dgm:pt>
    <dgm:pt modelId="{B1C84E45-6102-4AC3-AB32-559C37906100}" type="pres">
      <dgm:prSet presAssocID="{391A4CDD-E006-498E-A4B0-6BA3A2CBAE7F}" presName="spaceRect" presStyleCnt="0"/>
      <dgm:spPr/>
    </dgm:pt>
    <dgm:pt modelId="{245EBB85-2146-473E-936F-1C35AFB81CEC}" type="pres">
      <dgm:prSet presAssocID="{391A4CDD-E006-498E-A4B0-6BA3A2CBAE7F}" presName="textRect" presStyleLbl="revTx" presStyleIdx="1" presStyleCnt="8">
        <dgm:presLayoutVars>
          <dgm:chMax val="1"/>
          <dgm:chPref val="1"/>
        </dgm:presLayoutVars>
      </dgm:prSet>
      <dgm:spPr/>
    </dgm:pt>
    <dgm:pt modelId="{7A5AE1D0-C8FB-4868-854D-3009B39C07BA}" type="pres">
      <dgm:prSet presAssocID="{407282BD-4542-46E6-916C-C704EEA2FF1D}" presName="sibTrans" presStyleCnt="0"/>
      <dgm:spPr/>
    </dgm:pt>
    <dgm:pt modelId="{8DD43CED-993A-4AFC-A28D-6283F2B7D6AB}" type="pres">
      <dgm:prSet presAssocID="{08B8FC5F-8C1B-491A-933B-56AAA997890F}" presName="compNode" presStyleCnt="0"/>
      <dgm:spPr/>
    </dgm:pt>
    <dgm:pt modelId="{5B63ADAD-4770-4B91-A017-942A1519E57F}" type="pres">
      <dgm:prSet presAssocID="{08B8FC5F-8C1B-491A-933B-56AAA997890F}" presName="iconBgRect" presStyleLbl="bgShp" presStyleIdx="2" presStyleCnt="8"/>
      <dgm:spPr/>
    </dgm:pt>
    <dgm:pt modelId="{E3ADE040-C619-4DF0-9713-F0CEE18FD25F}" type="pres">
      <dgm:prSet presAssocID="{08B8FC5F-8C1B-491A-933B-56AAA997890F}" presName="iconRect" presStyleLbl="node1" presStyleIdx="2" presStyleCnt="8"/>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ollar"/>
        </a:ext>
      </dgm:extLst>
    </dgm:pt>
    <dgm:pt modelId="{E3FD9AA7-C477-4A1A-B14E-9760FCF9B78B}" type="pres">
      <dgm:prSet presAssocID="{08B8FC5F-8C1B-491A-933B-56AAA997890F}" presName="spaceRect" presStyleCnt="0"/>
      <dgm:spPr/>
    </dgm:pt>
    <dgm:pt modelId="{529B870E-0237-45B4-8B1A-82F52CBC3F81}" type="pres">
      <dgm:prSet presAssocID="{08B8FC5F-8C1B-491A-933B-56AAA997890F}" presName="textRect" presStyleLbl="revTx" presStyleIdx="2" presStyleCnt="8">
        <dgm:presLayoutVars>
          <dgm:chMax val="1"/>
          <dgm:chPref val="1"/>
        </dgm:presLayoutVars>
      </dgm:prSet>
      <dgm:spPr/>
    </dgm:pt>
    <dgm:pt modelId="{7BC803FF-74E8-4EB4-B67E-3ACE63880D80}" type="pres">
      <dgm:prSet presAssocID="{04CF0A7C-99C0-4928-84D2-4F4BC8849066}" presName="sibTrans" presStyleCnt="0"/>
      <dgm:spPr/>
    </dgm:pt>
    <dgm:pt modelId="{C33DB940-7774-42BD-9B97-7565157E85C0}" type="pres">
      <dgm:prSet presAssocID="{AB7B1F1A-270E-40E1-914B-30F2C7695243}" presName="compNode" presStyleCnt="0"/>
      <dgm:spPr/>
    </dgm:pt>
    <dgm:pt modelId="{9EB1ECF4-53E2-4F86-BFCC-C3F0B8270C22}" type="pres">
      <dgm:prSet presAssocID="{AB7B1F1A-270E-40E1-914B-30F2C7695243}" presName="iconBgRect" presStyleLbl="bgShp" presStyleIdx="3" presStyleCnt="8"/>
      <dgm:spPr/>
    </dgm:pt>
    <dgm:pt modelId="{39413887-30FC-4611-B5AA-1AD3CE7D0512}" type="pres">
      <dgm:prSet presAssocID="{AB7B1F1A-270E-40E1-914B-30F2C7695243}" presName="iconRect" presStyleLbl="node1" presStyleIdx="3" presStyleCnt="8"/>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occer Player"/>
        </a:ext>
      </dgm:extLst>
    </dgm:pt>
    <dgm:pt modelId="{0E4867D6-8C5A-46F3-BDD0-9CCB7063EA94}" type="pres">
      <dgm:prSet presAssocID="{AB7B1F1A-270E-40E1-914B-30F2C7695243}" presName="spaceRect" presStyleCnt="0"/>
      <dgm:spPr/>
    </dgm:pt>
    <dgm:pt modelId="{CFB5E197-CF34-43DF-A744-F5A139F48E7A}" type="pres">
      <dgm:prSet presAssocID="{AB7B1F1A-270E-40E1-914B-30F2C7695243}" presName="textRect" presStyleLbl="revTx" presStyleIdx="3" presStyleCnt="8">
        <dgm:presLayoutVars>
          <dgm:chMax val="1"/>
          <dgm:chPref val="1"/>
        </dgm:presLayoutVars>
      </dgm:prSet>
      <dgm:spPr/>
    </dgm:pt>
    <dgm:pt modelId="{7BED9C19-3A5B-4926-A370-177889D3C2E0}" type="pres">
      <dgm:prSet presAssocID="{85D0984A-5162-4559-B763-3D1758F62D66}" presName="sibTrans" presStyleCnt="0"/>
      <dgm:spPr/>
    </dgm:pt>
    <dgm:pt modelId="{C276C8E1-6A90-4917-921D-40C567F1A9E6}" type="pres">
      <dgm:prSet presAssocID="{793AC2A9-BDE8-42E4-9536-5315AFE7208C}" presName="compNode" presStyleCnt="0"/>
      <dgm:spPr/>
    </dgm:pt>
    <dgm:pt modelId="{CE948F6A-5D9F-49D7-9EFC-10D465099BB5}" type="pres">
      <dgm:prSet presAssocID="{793AC2A9-BDE8-42E4-9536-5315AFE7208C}" presName="iconBgRect" presStyleLbl="bgShp" presStyleIdx="4" presStyleCnt="8"/>
      <dgm:spPr/>
    </dgm:pt>
    <dgm:pt modelId="{67DBAFE7-B2F5-4232-AD0F-09049089121E}" type="pres">
      <dgm:prSet presAssocID="{793AC2A9-BDE8-42E4-9536-5315AFE7208C}" presName="iconRect" presStyleLbl="node1" presStyleIdx="4" presStyleCnt="8"/>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onnections"/>
        </a:ext>
      </dgm:extLst>
    </dgm:pt>
    <dgm:pt modelId="{47EDED69-AC83-44D0-BC9A-5548112077B5}" type="pres">
      <dgm:prSet presAssocID="{793AC2A9-BDE8-42E4-9536-5315AFE7208C}" presName="spaceRect" presStyleCnt="0"/>
      <dgm:spPr/>
    </dgm:pt>
    <dgm:pt modelId="{884B439A-D682-4770-9BEE-6224D8196F0E}" type="pres">
      <dgm:prSet presAssocID="{793AC2A9-BDE8-42E4-9536-5315AFE7208C}" presName="textRect" presStyleLbl="revTx" presStyleIdx="4" presStyleCnt="8">
        <dgm:presLayoutVars>
          <dgm:chMax val="1"/>
          <dgm:chPref val="1"/>
        </dgm:presLayoutVars>
      </dgm:prSet>
      <dgm:spPr/>
    </dgm:pt>
    <dgm:pt modelId="{FA3DF6F2-9236-4E03-8B50-1EA7F215B069}" type="pres">
      <dgm:prSet presAssocID="{AA39D023-0D00-47F3-BB6E-673BB0C5331A}" presName="sibTrans" presStyleCnt="0"/>
      <dgm:spPr/>
    </dgm:pt>
    <dgm:pt modelId="{1C6FF4AE-21D8-4FA8-B6E1-8AD2C44DF30D}" type="pres">
      <dgm:prSet presAssocID="{555522C3-5E18-4761-8776-03A73C74C0BD}" presName="compNode" presStyleCnt="0"/>
      <dgm:spPr/>
    </dgm:pt>
    <dgm:pt modelId="{BBED64B7-20B4-4BAE-9208-F29C6060AA0A}" type="pres">
      <dgm:prSet presAssocID="{555522C3-5E18-4761-8776-03A73C74C0BD}" presName="iconBgRect" presStyleLbl="bgShp" presStyleIdx="5" presStyleCnt="8"/>
      <dgm:spPr/>
    </dgm:pt>
    <dgm:pt modelId="{F79A8DCA-6A66-4F96-B75C-EB618CE053B5}" type="pres">
      <dgm:prSet presAssocID="{555522C3-5E18-4761-8776-03A73C74C0BD}" presName="iconRect" presStyleLbl="node1" presStyleIdx="5" presStyleCnt="8"/>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House"/>
        </a:ext>
      </dgm:extLst>
    </dgm:pt>
    <dgm:pt modelId="{645966ED-9338-49A0-A02C-0123BF11037F}" type="pres">
      <dgm:prSet presAssocID="{555522C3-5E18-4761-8776-03A73C74C0BD}" presName="spaceRect" presStyleCnt="0"/>
      <dgm:spPr/>
    </dgm:pt>
    <dgm:pt modelId="{DB68564C-0FF5-4EA1-9FAD-1FD5C4F88337}" type="pres">
      <dgm:prSet presAssocID="{555522C3-5E18-4761-8776-03A73C74C0BD}" presName="textRect" presStyleLbl="revTx" presStyleIdx="5" presStyleCnt="8">
        <dgm:presLayoutVars>
          <dgm:chMax val="1"/>
          <dgm:chPref val="1"/>
        </dgm:presLayoutVars>
      </dgm:prSet>
      <dgm:spPr/>
    </dgm:pt>
    <dgm:pt modelId="{C1786941-0AE0-4A9B-8A39-AEE791E85D20}" type="pres">
      <dgm:prSet presAssocID="{723E8918-8D79-4484-A830-1B94905C01E6}" presName="sibTrans" presStyleCnt="0"/>
      <dgm:spPr/>
    </dgm:pt>
    <dgm:pt modelId="{ABE685A1-BBA3-4754-BD86-F255684B6C93}" type="pres">
      <dgm:prSet presAssocID="{E1BF6E47-7D6B-44C7-A182-BCFC0994630C}" presName="compNode" presStyleCnt="0"/>
      <dgm:spPr/>
    </dgm:pt>
    <dgm:pt modelId="{3E28FC5D-AFE8-4DE9-9C65-D8ABF587027F}" type="pres">
      <dgm:prSet presAssocID="{E1BF6E47-7D6B-44C7-A182-BCFC0994630C}" presName="iconBgRect" presStyleLbl="bgShp" presStyleIdx="6" presStyleCnt="8"/>
      <dgm:spPr/>
    </dgm:pt>
    <dgm:pt modelId="{376461C7-AAC6-42E0-A076-B1028BD31309}" type="pres">
      <dgm:prSet presAssocID="{E1BF6E47-7D6B-44C7-A182-BCFC0994630C}" presName="iconRect" presStyleLbl="node1" presStyleIdx="6" presStyleCnt="8"/>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extLst>
        <a:ext uri="{E40237B7-FDA0-4F09-8148-C483321AD2D9}">
          <dgm14:cNvPr xmlns:dgm14="http://schemas.microsoft.com/office/drawing/2010/diagram" id="0" name="" descr="Podium"/>
        </a:ext>
      </dgm:extLst>
    </dgm:pt>
    <dgm:pt modelId="{157B04AF-22B9-4FD2-BA80-F15D7DEEF210}" type="pres">
      <dgm:prSet presAssocID="{E1BF6E47-7D6B-44C7-A182-BCFC0994630C}" presName="spaceRect" presStyleCnt="0"/>
      <dgm:spPr/>
    </dgm:pt>
    <dgm:pt modelId="{105AB343-FC10-4212-A57F-778FCB4B35D7}" type="pres">
      <dgm:prSet presAssocID="{E1BF6E47-7D6B-44C7-A182-BCFC0994630C}" presName="textRect" presStyleLbl="revTx" presStyleIdx="6" presStyleCnt="8">
        <dgm:presLayoutVars>
          <dgm:chMax val="1"/>
          <dgm:chPref val="1"/>
        </dgm:presLayoutVars>
      </dgm:prSet>
      <dgm:spPr/>
    </dgm:pt>
    <dgm:pt modelId="{9CBC352E-C357-4EF9-8874-BA6401B5739E}" type="pres">
      <dgm:prSet presAssocID="{161DFB50-1F98-4713-94D4-89FB5F99A8FA}" presName="sibTrans" presStyleCnt="0"/>
      <dgm:spPr/>
    </dgm:pt>
    <dgm:pt modelId="{D60F8B53-0C63-4A86-8BAB-9ECFA2C06CBA}" type="pres">
      <dgm:prSet presAssocID="{C449865F-B743-47BA-9F90-493AF8E7ED34}" presName="compNode" presStyleCnt="0"/>
      <dgm:spPr/>
    </dgm:pt>
    <dgm:pt modelId="{C20AE058-4E34-47E3-9CF3-9C2CCCDCF5D4}" type="pres">
      <dgm:prSet presAssocID="{C449865F-B743-47BA-9F90-493AF8E7ED34}" presName="iconBgRect" presStyleLbl="bgShp" presStyleIdx="7" presStyleCnt="8"/>
      <dgm:spPr/>
    </dgm:pt>
    <dgm:pt modelId="{9F9C3FE6-72E0-4A70-B2F1-F9933273F782}" type="pres">
      <dgm:prSet presAssocID="{C449865F-B743-47BA-9F90-493AF8E7ED34}" presName="iconRect" presStyleLbl="node1" presStyleIdx="7" presStyleCnt="8"/>
      <dgm:spPr>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a:noFill/>
        </a:ln>
      </dgm:spPr>
      <dgm:extLst>
        <a:ext uri="{E40237B7-FDA0-4F09-8148-C483321AD2D9}">
          <dgm14:cNvPr xmlns:dgm14="http://schemas.microsoft.com/office/drawing/2010/diagram" id="0" name="" descr="Money"/>
        </a:ext>
      </dgm:extLst>
    </dgm:pt>
    <dgm:pt modelId="{AE5643F5-2583-47AC-9D32-919FB3ECB4FE}" type="pres">
      <dgm:prSet presAssocID="{C449865F-B743-47BA-9F90-493AF8E7ED34}" presName="spaceRect" presStyleCnt="0"/>
      <dgm:spPr/>
    </dgm:pt>
    <dgm:pt modelId="{2696FD1C-A568-46A5-B879-82361EECABFF}" type="pres">
      <dgm:prSet presAssocID="{C449865F-B743-47BA-9F90-493AF8E7ED34}" presName="textRect" presStyleLbl="revTx" presStyleIdx="7" presStyleCnt="8">
        <dgm:presLayoutVars>
          <dgm:chMax val="1"/>
          <dgm:chPref val="1"/>
        </dgm:presLayoutVars>
      </dgm:prSet>
      <dgm:spPr/>
    </dgm:pt>
  </dgm:ptLst>
  <dgm:cxnLst>
    <dgm:cxn modelId="{53272532-9357-438C-AB57-CBC4C1EB9EB9}" type="presOf" srcId="{AB7B1F1A-270E-40E1-914B-30F2C7695243}" destId="{CFB5E197-CF34-43DF-A744-F5A139F48E7A}" srcOrd="0" destOrd="0" presId="urn:microsoft.com/office/officeart/2018/5/layout/IconCircleLabelList"/>
    <dgm:cxn modelId="{F823FE38-C35F-4B0C-B43E-8291D536DB33}" type="presOf" srcId="{C4A476B7-34AA-46A5-8DF2-794D9A211459}" destId="{1B853A91-1696-4E6C-9303-8AF68B48357B}" srcOrd="0" destOrd="0" presId="urn:microsoft.com/office/officeart/2018/5/layout/IconCircleLabelList"/>
    <dgm:cxn modelId="{6F838F49-D56F-4C46-8426-F8DF632D1BAD}" srcId="{59DC4B85-27BE-41CA-9761-DBECA8B1A6EA}" destId="{793AC2A9-BDE8-42E4-9536-5315AFE7208C}" srcOrd="4" destOrd="0" parTransId="{B3A21515-6F78-4C80-9D85-2A08DA32B77D}" sibTransId="{AA39D023-0D00-47F3-BB6E-673BB0C5331A}"/>
    <dgm:cxn modelId="{E83C1672-534A-41B9-AB32-D30C5C3B5D49}" type="presOf" srcId="{59DC4B85-27BE-41CA-9761-DBECA8B1A6EA}" destId="{4C823232-8EAE-4A76-9C9A-4B21FF9DBBC2}" srcOrd="0" destOrd="0" presId="urn:microsoft.com/office/officeart/2018/5/layout/IconCircleLabelList"/>
    <dgm:cxn modelId="{71FBEB58-80D9-4651-A277-0772803759D6}" srcId="{59DC4B85-27BE-41CA-9761-DBECA8B1A6EA}" destId="{C449865F-B743-47BA-9F90-493AF8E7ED34}" srcOrd="7" destOrd="0" parTransId="{85FEE9A1-FF13-4945-97F0-243536C6C679}" sibTransId="{28EF4C61-3026-4FB3-B8A2-1A5EBFBFE058}"/>
    <dgm:cxn modelId="{52463979-EF84-41F1-B414-348F269CAB4F}" type="presOf" srcId="{555522C3-5E18-4761-8776-03A73C74C0BD}" destId="{DB68564C-0FF5-4EA1-9FAD-1FD5C4F88337}" srcOrd="0" destOrd="0" presId="urn:microsoft.com/office/officeart/2018/5/layout/IconCircleLabelList"/>
    <dgm:cxn modelId="{4D7E5785-E671-4F75-939E-A11B218F377C}" type="presOf" srcId="{08B8FC5F-8C1B-491A-933B-56AAA997890F}" destId="{529B870E-0237-45B4-8B1A-82F52CBC3F81}" srcOrd="0" destOrd="0" presId="urn:microsoft.com/office/officeart/2018/5/layout/IconCircleLabelList"/>
    <dgm:cxn modelId="{9A75F493-1930-4774-B947-426D38A94CE3}" type="presOf" srcId="{C449865F-B743-47BA-9F90-493AF8E7ED34}" destId="{2696FD1C-A568-46A5-B879-82361EECABFF}" srcOrd="0" destOrd="0" presId="urn:microsoft.com/office/officeart/2018/5/layout/IconCircleLabelList"/>
    <dgm:cxn modelId="{85871299-19D5-4FF3-B9C5-8EF680C67875}" srcId="{59DC4B85-27BE-41CA-9761-DBECA8B1A6EA}" destId="{E1BF6E47-7D6B-44C7-A182-BCFC0994630C}" srcOrd="6" destOrd="0" parTransId="{665667D5-9C09-4A09-B389-448A42D2844F}" sibTransId="{161DFB50-1F98-4713-94D4-89FB5F99A8FA}"/>
    <dgm:cxn modelId="{4C889DAA-DBE8-4765-9EE4-66B13BC6F95F}" type="presOf" srcId="{793AC2A9-BDE8-42E4-9536-5315AFE7208C}" destId="{884B439A-D682-4770-9BEE-6224D8196F0E}" srcOrd="0" destOrd="0" presId="urn:microsoft.com/office/officeart/2018/5/layout/IconCircleLabelList"/>
    <dgm:cxn modelId="{BB2DE2C2-2617-4F24-A3BE-FDAC54D22505}" srcId="{59DC4B85-27BE-41CA-9761-DBECA8B1A6EA}" destId="{391A4CDD-E006-498E-A4B0-6BA3A2CBAE7F}" srcOrd="1" destOrd="0" parTransId="{09C8A433-5A55-4E8A-91C2-671ADDAF4176}" sibTransId="{407282BD-4542-46E6-916C-C704EEA2FF1D}"/>
    <dgm:cxn modelId="{5256E8D0-700B-4E90-8B6E-711339DB86B6}" srcId="{59DC4B85-27BE-41CA-9761-DBECA8B1A6EA}" destId="{AB7B1F1A-270E-40E1-914B-30F2C7695243}" srcOrd="3" destOrd="0" parTransId="{8A704A9D-2795-4F0D-84D6-2975A20C91F5}" sibTransId="{85D0984A-5162-4559-B763-3D1758F62D66}"/>
    <dgm:cxn modelId="{CAFF91D6-CD28-41C4-B9DD-70F840E6C95F}" srcId="{59DC4B85-27BE-41CA-9761-DBECA8B1A6EA}" destId="{555522C3-5E18-4761-8776-03A73C74C0BD}" srcOrd="5" destOrd="0" parTransId="{12AB673B-293F-4C7C-A71F-F5BF4CF2D251}" sibTransId="{723E8918-8D79-4484-A830-1B94905C01E6}"/>
    <dgm:cxn modelId="{CC1A01DA-DE36-4634-AD59-AB2DCF1A3A33}" type="presOf" srcId="{391A4CDD-E006-498E-A4B0-6BA3A2CBAE7F}" destId="{245EBB85-2146-473E-936F-1C35AFB81CEC}" srcOrd="0" destOrd="0" presId="urn:microsoft.com/office/officeart/2018/5/layout/IconCircleLabelList"/>
    <dgm:cxn modelId="{6F7221DA-33FA-440E-A086-EFCF1A7795C0}" type="presOf" srcId="{E1BF6E47-7D6B-44C7-A182-BCFC0994630C}" destId="{105AB343-FC10-4212-A57F-778FCB4B35D7}" srcOrd="0" destOrd="0" presId="urn:microsoft.com/office/officeart/2018/5/layout/IconCircleLabelList"/>
    <dgm:cxn modelId="{22325BF4-68D4-4B72-A847-35A1E20244EB}" srcId="{59DC4B85-27BE-41CA-9761-DBECA8B1A6EA}" destId="{C4A476B7-34AA-46A5-8DF2-794D9A211459}" srcOrd="0" destOrd="0" parTransId="{1700667E-616C-48FC-887A-F759566D2B87}" sibTransId="{2BDB2861-94AF-4F0E-B76A-8A1AE2265DCF}"/>
    <dgm:cxn modelId="{A8D62CFC-2150-435F-BE1C-52776954A24A}" srcId="{59DC4B85-27BE-41CA-9761-DBECA8B1A6EA}" destId="{08B8FC5F-8C1B-491A-933B-56AAA997890F}" srcOrd="2" destOrd="0" parTransId="{65A97691-D446-4B69-8D2A-1E12840D0622}" sibTransId="{04CF0A7C-99C0-4928-84D2-4F4BC8849066}"/>
    <dgm:cxn modelId="{6BC2752D-B779-4A6B-9A2B-379AC6EA6F97}" type="presParOf" srcId="{4C823232-8EAE-4A76-9C9A-4B21FF9DBBC2}" destId="{BFB9A8B4-FAD2-4900-8286-B0D2A21DA908}" srcOrd="0" destOrd="0" presId="urn:microsoft.com/office/officeart/2018/5/layout/IconCircleLabelList"/>
    <dgm:cxn modelId="{659BDBD0-6E45-4455-9D94-68A0C9F8D45A}" type="presParOf" srcId="{BFB9A8B4-FAD2-4900-8286-B0D2A21DA908}" destId="{C84FBE8E-640A-4AAD-B292-4C8497EA83F2}" srcOrd="0" destOrd="0" presId="urn:microsoft.com/office/officeart/2018/5/layout/IconCircleLabelList"/>
    <dgm:cxn modelId="{8C593060-CB8E-41B5-8C88-04AFDB21FA54}" type="presParOf" srcId="{BFB9A8B4-FAD2-4900-8286-B0D2A21DA908}" destId="{A304C856-7CB9-4AE1-BC3B-3C48E0093A5C}" srcOrd="1" destOrd="0" presId="urn:microsoft.com/office/officeart/2018/5/layout/IconCircleLabelList"/>
    <dgm:cxn modelId="{BE830050-F29F-4A37-ABCC-D69508826877}" type="presParOf" srcId="{BFB9A8B4-FAD2-4900-8286-B0D2A21DA908}" destId="{EFFFB0AF-7D36-419A-9B81-2359151DD8C7}" srcOrd="2" destOrd="0" presId="urn:microsoft.com/office/officeart/2018/5/layout/IconCircleLabelList"/>
    <dgm:cxn modelId="{E1F19941-26B0-49AC-BB2A-C611C16AC7A8}" type="presParOf" srcId="{BFB9A8B4-FAD2-4900-8286-B0D2A21DA908}" destId="{1B853A91-1696-4E6C-9303-8AF68B48357B}" srcOrd="3" destOrd="0" presId="urn:microsoft.com/office/officeart/2018/5/layout/IconCircleLabelList"/>
    <dgm:cxn modelId="{894F9530-4A96-47AE-9B6A-45D952E7D2E6}" type="presParOf" srcId="{4C823232-8EAE-4A76-9C9A-4B21FF9DBBC2}" destId="{4DA6ED0F-1741-4F11-A244-869EEEEFD943}" srcOrd="1" destOrd="0" presId="urn:microsoft.com/office/officeart/2018/5/layout/IconCircleLabelList"/>
    <dgm:cxn modelId="{1FA8AB3E-B152-4BC1-ADBF-45B20BBD6CFB}" type="presParOf" srcId="{4C823232-8EAE-4A76-9C9A-4B21FF9DBBC2}" destId="{633876FC-860A-4C30-925F-38BA227E2261}" srcOrd="2" destOrd="0" presId="urn:microsoft.com/office/officeart/2018/5/layout/IconCircleLabelList"/>
    <dgm:cxn modelId="{3DF3C010-E3E6-402C-80C0-F063216A7DF2}" type="presParOf" srcId="{633876FC-860A-4C30-925F-38BA227E2261}" destId="{0EEF73C9-C117-43E1-9D99-82E2EFE11E40}" srcOrd="0" destOrd="0" presId="urn:microsoft.com/office/officeart/2018/5/layout/IconCircleLabelList"/>
    <dgm:cxn modelId="{D77E4EA3-54CF-4F10-B54A-563419E638DF}" type="presParOf" srcId="{633876FC-860A-4C30-925F-38BA227E2261}" destId="{25453272-D191-4E78-BC20-4EC80DA37AD9}" srcOrd="1" destOrd="0" presId="urn:microsoft.com/office/officeart/2018/5/layout/IconCircleLabelList"/>
    <dgm:cxn modelId="{AD3B2796-CA17-4EFD-AD17-100378C72E86}" type="presParOf" srcId="{633876FC-860A-4C30-925F-38BA227E2261}" destId="{B1C84E45-6102-4AC3-AB32-559C37906100}" srcOrd="2" destOrd="0" presId="urn:microsoft.com/office/officeart/2018/5/layout/IconCircleLabelList"/>
    <dgm:cxn modelId="{9EA4041D-CE05-4DB9-9AEB-BDEB98612163}" type="presParOf" srcId="{633876FC-860A-4C30-925F-38BA227E2261}" destId="{245EBB85-2146-473E-936F-1C35AFB81CEC}" srcOrd="3" destOrd="0" presId="urn:microsoft.com/office/officeart/2018/5/layout/IconCircleLabelList"/>
    <dgm:cxn modelId="{8CAA8F66-B3F2-4E05-AC0D-2217EB91C63E}" type="presParOf" srcId="{4C823232-8EAE-4A76-9C9A-4B21FF9DBBC2}" destId="{7A5AE1D0-C8FB-4868-854D-3009B39C07BA}" srcOrd="3" destOrd="0" presId="urn:microsoft.com/office/officeart/2018/5/layout/IconCircleLabelList"/>
    <dgm:cxn modelId="{B4CE2913-324F-4293-88B6-55D3EAA22C5F}" type="presParOf" srcId="{4C823232-8EAE-4A76-9C9A-4B21FF9DBBC2}" destId="{8DD43CED-993A-4AFC-A28D-6283F2B7D6AB}" srcOrd="4" destOrd="0" presId="urn:microsoft.com/office/officeart/2018/5/layout/IconCircleLabelList"/>
    <dgm:cxn modelId="{CC5B05A3-653A-44E8-9065-3873D783AB81}" type="presParOf" srcId="{8DD43CED-993A-4AFC-A28D-6283F2B7D6AB}" destId="{5B63ADAD-4770-4B91-A017-942A1519E57F}" srcOrd="0" destOrd="0" presId="urn:microsoft.com/office/officeart/2018/5/layout/IconCircleLabelList"/>
    <dgm:cxn modelId="{A1ED1077-9DA0-47D8-BC4A-F81C98156F48}" type="presParOf" srcId="{8DD43CED-993A-4AFC-A28D-6283F2B7D6AB}" destId="{E3ADE040-C619-4DF0-9713-F0CEE18FD25F}" srcOrd="1" destOrd="0" presId="urn:microsoft.com/office/officeart/2018/5/layout/IconCircleLabelList"/>
    <dgm:cxn modelId="{93C75B24-73C5-473F-A40A-96DF0E01922E}" type="presParOf" srcId="{8DD43CED-993A-4AFC-A28D-6283F2B7D6AB}" destId="{E3FD9AA7-C477-4A1A-B14E-9760FCF9B78B}" srcOrd="2" destOrd="0" presId="urn:microsoft.com/office/officeart/2018/5/layout/IconCircleLabelList"/>
    <dgm:cxn modelId="{DCE9C441-6CEC-4694-86D8-B4523E863D57}" type="presParOf" srcId="{8DD43CED-993A-4AFC-A28D-6283F2B7D6AB}" destId="{529B870E-0237-45B4-8B1A-82F52CBC3F81}" srcOrd="3" destOrd="0" presId="urn:microsoft.com/office/officeart/2018/5/layout/IconCircleLabelList"/>
    <dgm:cxn modelId="{9F87002A-1694-46CC-852A-9DA825F7C630}" type="presParOf" srcId="{4C823232-8EAE-4A76-9C9A-4B21FF9DBBC2}" destId="{7BC803FF-74E8-4EB4-B67E-3ACE63880D80}" srcOrd="5" destOrd="0" presId="urn:microsoft.com/office/officeart/2018/5/layout/IconCircleLabelList"/>
    <dgm:cxn modelId="{DFBF6772-A2EB-431C-B2AC-2B8299261DA6}" type="presParOf" srcId="{4C823232-8EAE-4A76-9C9A-4B21FF9DBBC2}" destId="{C33DB940-7774-42BD-9B97-7565157E85C0}" srcOrd="6" destOrd="0" presId="urn:microsoft.com/office/officeart/2018/5/layout/IconCircleLabelList"/>
    <dgm:cxn modelId="{8BEDEBE4-1502-42A9-B9A9-BBDCF99F69B0}" type="presParOf" srcId="{C33DB940-7774-42BD-9B97-7565157E85C0}" destId="{9EB1ECF4-53E2-4F86-BFCC-C3F0B8270C22}" srcOrd="0" destOrd="0" presId="urn:microsoft.com/office/officeart/2018/5/layout/IconCircleLabelList"/>
    <dgm:cxn modelId="{258A6817-E8B7-49F2-BD22-6F933808A549}" type="presParOf" srcId="{C33DB940-7774-42BD-9B97-7565157E85C0}" destId="{39413887-30FC-4611-B5AA-1AD3CE7D0512}" srcOrd="1" destOrd="0" presId="urn:microsoft.com/office/officeart/2018/5/layout/IconCircleLabelList"/>
    <dgm:cxn modelId="{543B128F-76BE-46EB-8415-84B244A25FFD}" type="presParOf" srcId="{C33DB940-7774-42BD-9B97-7565157E85C0}" destId="{0E4867D6-8C5A-46F3-BDD0-9CCB7063EA94}" srcOrd="2" destOrd="0" presId="urn:microsoft.com/office/officeart/2018/5/layout/IconCircleLabelList"/>
    <dgm:cxn modelId="{970B22C0-82ED-4AED-8CF5-B2E98FD7F4B6}" type="presParOf" srcId="{C33DB940-7774-42BD-9B97-7565157E85C0}" destId="{CFB5E197-CF34-43DF-A744-F5A139F48E7A}" srcOrd="3" destOrd="0" presId="urn:microsoft.com/office/officeart/2018/5/layout/IconCircleLabelList"/>
    <dgm:cxn modelId="{0A634015-1C5E-4301-A767-350CE67E05C6}" type="presParOf" srcId="{4C823232-8EAE-4A76-9C9A-4B21FF9DBBC2}" destId="{7BED9C19-3A5B-4926-A370-177889D3C2E0}" srcOrd="7" destOrd="0" presId="urn:microsoft.com/office/officeart/2018/5/layout/IconCircleLabelList"/>
    <dgm:cxn modelId="{9BBD3187-CF86-4D95-A982-6A240CA380C3}" type="presParOf" srcId="{4C823232-8EAE-4A76-9C9A-4B21FF9DBBC2}" destId="{C276C8E1-6A90-4917-921D-40C567F1A9E6}" srcOrd="8" destOrd="0" presId="urn:microsoft.com/office/officeart/2018/5/layout/IconCircleLabelList"/>
    <dgm:cxn modelId="{F685D6E7-3CB7-47C9-AA04-8143CC6DFBF3}" type="presParOf" srcId="{C276C8E1-6A90-4917-921D-40C567F1A9E6}" destId="{CE948F6A-5D9F-49D7-9EFC-10D465099BB5}" srcOrd="0" destOrd="0" presId="urn:microsoft.com/office/officeart/2018/5/layout/IconCircleLabelList"/>
    <dgm:cxn modelId="{FF02982F-2A44-4340-80C9-FF1D9D43BA80}" type="presParOf" srcId="{C276C8E1-6A90-4917-921D-40C567F1A9E6}" destId="{67DBAFE7-B2F5-4232-AD0F-09049089121E}" srcOrd="1" destOrd="0" presId="urn:microsoft.com/office/officeart/2018/5/layout/IconCircleLabelList"/>
    <dgm:cxn modelId="{25740C72-AFC1-4113-9F01-5E1413A885A9}" type="presParOf" srcId="{C276C8E1-6A90-4917-921D-40C567F1A9E6}" destId="{47EDED69-AC83-44D0-BC9A-5548112077B5}" srcOrd="2" destOrd="0" presId="urn:microsoft.com/office/officeart/2018/5/layout/IconCircleLabelList"/>
    <dgm:cxn modelId="{944E4499-B1B5-4BCD-8596-804300136B42}" type="presParOf" srcId="{C276C8E1-6A90-4917-921D-40C567F1A9E6}" destId="{884B439A-D682-4770-9BEE-6224D8196F0E}" srcOrd="3" destOrd="0" presId="urn:microsoft.com/office/officeart/2018/5/layout/IconCircleLabelList"/>
    <dgm:cxn modelId="{9218CDED-D2A4-4E8A-A7B0-92B9AADE95B0}" type="presParOf" srcId="{4C823232-8EAE-4A76-9C9A-4B21FF9DBBC2}" destId="{FA3DF6F2-9236-4E03-8B50-1EA7F215B069}" srcOrd="9" destOrd="0" presId="urn:microsoft.com/office/officeart/2018/5/layout/IconCircleLabelList"/>
    <dgm:cxn modelId="{B8EE598F-BC2C-4D84-AF75-F492B6DD8803}" type="presParOf" srcId="{4C823232-8EAE-4A76-9C9A-4B21FF9DBBC2}" destId="{1C6FF4AE-21D8-4FA8-B6E1-8AD2C44DF30D}" srcOrd="10" destOrd="0" presId="urn:microsoft.com/office/officeart/2018/5/layout/IconCircleLabelList"/>
    <dgm:cxn modelId="{2B872EFC-C215-494A-B489-434C6E187B8C}" type="presParOf" srcId="{1C6FF4AE-21D8-4FA8-B6E1-8AD2C44DF30D}" destId="{BBED64B7-20B4-4BAE-9208-F29C6060AA0A}" srcOrd="0" destOrd="0" presId="urn:microsoft.com/office/officeart/2018/5/layout/IconCircleLabelList"/>
    <dgm:cxn modelId="{E83C713A-8876-4E4C-A46A-3E4546C403E0}" type="presParOf" srcId="{1C6FF4AE-21D8-4FA8-B6E1-8AD2C44DF30D}" destId="{F79A8DCA-6A66-4F96-B75C-EB618CE053B5}" srcOrd="1" destOrd="0" presId="urn:microsoft.com/office/officeart/2018/5/layout/IconCircleLabelList"/>
    <dgm:cxn modelId="{90482292-8C26-46F1-AC36-E0E8CF32795A}" type="presParOf" srcId="{1C6FF4AE-21D8-4FA8-B6E1-8AD2C44DF30D}" destId="{645966ED-9338-49A0-A02C-0123BF11037F}" srcOrd="2" destOrd="0" presId="urn:microsoft.com/office/officeart/2018/5/layout/IconCircleLabelList"/>
    <dgm:cxn modelId="{321070D4-39A3-468F-BFD1-C5EA676980C9}" type="presParOf" srcId="{1C6FF4AE-21D8-4FA8-B6E1-8AD2C44DF30D}" destId="{DB68564C-0FF5-4EA1-9FAD-1FD5C4F88337}" srcOrd="3" destOrd="0" presId="urn:microsoft.com/office/officeart/2018/5/layout/IconCircleLabelList"/>
    <dgm:cxn modelId="{12F4F6E0-CDB4-4A99-8495-634D92286A49}" type="presParOf" srcId="{4C823232-8EAE-4A76-9C9A-4B21FF9DBBC2}" destId="{C1786941-0AE0-4A9B-8A39-AEE791E85D20}" srcOrd="11" destOrd="0" presId="urn:microsoft.com/office/officeart/2018/5/layout/IconCircleLabelList"/>
    <dgm:cxn modelId="{1D5630DD-65BF-42D2-9299-6BD734EA4B83}" type="presParOf" srcId="{4C823232-8EAE-4A76-9C9A-4B21FF9DBBC2}" destId="{ABE685A1-BBA3-4754-BD86-F255684B6C93}" srcOrd="12" destOrd="0" presId="urn:microsoft.com/office/officeart/2018/5/layout/IconCircleLabelList"/>
    <dgm:cxn modelId="{4BD88BF4-D009-4ABA-B5E6-8E4484C06132}" type="presParOf" srcId="{ABE685A1-BBA3-4754-BD86-F255684B6C93}" destId="{3E28FC5D-AFE8-4DE9-9C65-D8ABF587027F}" srcOrd="0" destOrd="0" presId="urn:microsoft.com/office/officeart/2018/5/layout/IconCircleLabelList"/>
    <dgm:cxn modelId="{DAA821EF-A3EA-458F-91D2-A30B3CF62C1D}" type="presParOf" srcId="{ABE685A1-BBA3-4754-BD86-F255684B6C93}" destId="{376461C7-AAC6-42E0-A076-B1028BD31309}" srcOrd="1" destOrd="0" presId="urn:microsoft.com/office/officeart/2018/5/layout/IconCircleLabelList"/>
    <dgm:cxn modelId="{45EB43FA-D929-4E07-904B-252896DFF68F}" type="presParOf" srcId="{ABE685A1-BBA3-4754-BD86-F255684B6C93}" destId="{157B04AF-22B9-4FD2-BA80-F15D7DEEF210}" srcOrd="2" destOrd="0" presId="urn:microsoft.com/office/officeart/2018/5/layout/IconCircleLabelList"/>
    <dgm:cxn modelId="{039E2B7B-4C92-41C8-8C19-BD96B472069E}" type="presParOf" srcId="{ABE685A1-BBA3-4754-BD86-F255684B6C93}" destId="{105AB343-FC10-4212-A57F-778FCB4B35D7}" srcOrd="3" destOrd="0" presId="urn:microsoft.com/office/officeart/2018/5/layout/IconCircleLabelList"/>
    <dgm:cxn modelId="{5D616806-9DE5-42FB-BDD7-DB8A4F8701E6}" type="presParOf" srcId="{4C823232-8EAE-4A76-9C9A-4B21FF9DBBC2}" destId="{9CBC352E-C357-4EF9-8874-BA6401B5739E}" srcOrd="13" destOrd="0" presId="urn:microsoft.com/office/officeart/2018/5/layout/IconCircleLabelList"/>
    <dgm:cxn modelId="{E2BC6556-ECB7-4E48-891A-4A1F25268C2D}" type="presParOf" srcId="{4C823232-8EAE-4A76-9C9A-4B21FF9DBBC2}" destId="{D60F8B53-0C63-4A86-8BAB-9ECFA2C06CBA}" srcOrd="14" destOrd="0" presId="urn:microsoft.com/office/officeart/2018/5/layout/IconCircleLabelList"/>
    <dgm:cxn modelId="{714E3CE5-660E-42FD-9E49-073E39F11E20}" type="presParOf" srcId="{D60F8B53-0C63-4A86-8BAB-9ECFA2C06CBA}" destId="{C20AE058-4E34-47E3-9CF3-9C2CCCDCF5D4}" srcOrd="0" destOrd="0" presId="urn:microsoft.com/office/officeart/2018/5/layout/IconCircleLabelList"/>
    <dgm:cxn modelId="{90496ABC-D00F-467F-BA64-E7894633E0D1}" type="presParOf" srcId="{D60F8B53-0C63-4A86-8BAB-9ECFA2C06CBA}" destId="{9F9C3FE6-72E0-4A70-B2F1-F9933273F782}" srcOrd="1" destOrd="0" presId="urn:microsoft.com/office/officeart/2018/5/layout/IconCircleLabelList"/>
    <dgm:cxn modelId="{ED398416-1B29-48B1-A76C-ED48B7A02122}" type="presParOf" srcId="{D60F8B53-0C63-4A86-8BAB-9ECFA2C06CBA}" destId="{AE5643F5-2583-47AC-9D32-919FB3ECB4FE}" srcOrd="2" destOrd="0" presId="urn:microsoft.com/office/officeart/2018/5/layout/IconCircleLabelList"/>
    <dgm:cxn modelId="{B1F2909A-27DA-48EE-AB01-758FCE11137E}" type="presParOf" srcId="{D60F8B53-0C63-4A86-8BAB-9ECFA2C06CBA}" destId="{2696FD1C-A568-46A5-B879-82361EECABFF}"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96016A9-4E10-41B4-86FA-BFC3745B4BF0}" type="doc">
      <dgm:prSet loTypeId="urn:microsoft.com/office/officeart/2016/7/layout/LinearArrowProcessNumbered" loCatId="process" qsTypeId="urn:microsoft.com/office/officeart/2005/8/quickstyle/simple4" qsCatId="simple" csTypeId="urn:microsoft.com/office/officeart/2005/8/colors/colorful5" csCatId="colorful"/>
      <dgm:spPr/>
      <dgm:t>
        <a:bodyPr/>
        <a:lstStyle/>
        <a:p>
          <a:endParaRPr lang="en-US"/>
        </a:p>
      </dgm:t>
    </dgm:pt>
    <dgm:pt modelId="{65537F96-9333-41AC-975D-DAE4EAC68AEF}">
      <dgm:prSet/>
      <dgm:spPr/>
      <dgm:t>
        <a:bodyPr/>
        <a:lstStyle/>
        <a:p>
          <a:r>
            <a:rPr lang="en-US"/>
            <a:t>Filter data to all games from 2018 through the latest available season.</a:t>
          </a:r>
        </a:p>
      </dgm:t>
    </dgm:pt>
    <dgm:pt modelId="{9EAD2F81-F065-422F-8A89-F5CD36B9E07B}" type="parTrans" cxnId="{650B779C-68ED-44CB-90C5-FD5EEC9CD0A5}">
      <dgm:prSet/>
      <dgm:spPr/>
      <dgm:t>
        <a:bodyPr/>
        <a:lstStyle/>
        <a:p>
          <a:endParaRPr lang="en-US"/>
        </a:p>
      </dgm:t>
    </dgm:pt>
    <dgm:pt modelId="{503C91D3-3138-4CBC-B259-F076A34A819A}" type="sibTrans" cxnId="{650B779C-68ED-44CB-90C5-FD5EEC9CD0A5}">
      <dgm:prSet phldrT="1" phldr="0"/>
      <dgm:spPr/>
      <dgm:t>
        <a:bodyPr/>
        <a:lstStyle/>
        <a:p>
          <a:r>
            <a:rPr lang="en-US"/>
            <a:t>1</a:t>
          </a:r>
        </a:p>
      </dgm:t>
    </dgm:pt>
    <dgm:pt modelId="{00EA5776-3FE9-44BE-A41D-3F0C3DB870AA}">
      <dgm:prSet/>
      <dgm:spPr/>
      <dgm:t>
        <a:bodyPr/>
        <a:lstStyle/>
        <a:p>
          <a:r>
            <a:rPr lang="en-US"/>
            <a:t>Construct two main measures: home win percentage and average score differential.</a:t>
          </a:r>
        </a:p>
      </dgm:t>
    </dgm:pt>
    <dgm:pt modelId="{4C65693A-2147-427A-AA2E-DBBD2C45567F}" type="parTrans" cxnId="{EF874406-4E17-4705-BC90-3EF9F03833DD}">
      <dgm:prSet/>
      <dgm:spPr/>
      <dgm:t>
        <a:bodyPr/>
        <a:lstStyle/>
        <a:p>
          <a:endParaRPr lang="en-US"/>
        </a:p>
      </dgm:t>
    </dgm:pt>
    <dgm:pt modelId="{2CB71CDF-0972-416D-AA6F-C21E9808E0F1}" type="sibTrans" cxnId="{EF874406-4E17-4705-BC90-3EF9F03833DD}">
      <dgm:prSet phldrT="2" phldr="0"/>
      <dgm:spPr/>
      <dgm:t>
        <a:bodyPr/>
        <a:lstStyle/>
        <a:p>
          <a:r>
            <a:rPr lang="en-US"/>
            <a:t>2</a:t>
          </a:r>
        </a:p>
      </dgm:t>
    </dgm:pt>
    <dgm:pt modelId="{18A2F656-ACB1-404F-8B65-B583438200C6}">
      <dgm:prSet/>
      <dgm:spPr/>
      <dgm:t>
        <a:bodyPr/>
        <a:lstStyle/>
        <a:p>
          <a:r>
            <a:rPr lang="en-US"/>
            <a:t>Compute results overall, by season, by game type (regular vs playoffs), and by team.</a:t>
          </a:r>
        </a:p>
      </dgm:t>
    </dgm:pt>
    <dgm:pt modelId="{9676D9A6-8611-41F8-BF89-7724D26AE2BA}" type="parTrans" cxnId="{26D69311-9430-42CB-AAA0-8B91775C2EEF}">
      <dgm:prSet/>
      <dgm:spPr/>
      <dgm:t>
        <a:bodyPr/>
        <a:lstStyle/>
        <a:p>
          <a:endParaRPr lang="en-US"/>
        </a:p>
      </dgm:t>
    </dgm:pt>
    <dgm:pt modelId="{BBB451DF-D764-450E-BD71-BDD4A1433119}" type="sibTrans" cxnId="{26D69311-9430-42CB-AAA0-8B91775C2EEF}">
      <dgm:prSet phldrT="3" phldr="0"/>
      <dgm:spPr/>
      <dgm:t>
        <a:bodyPr/>
        <a:lstStyle/>
        <a:p>
          <a:r>
            <a:rPr lang="en-US"/>
            <a:t>3</a:t>
          </a:r>
        </a:p>
      </dgm:t>
    </dgm:pt>
    <dgm:pt modelId="{4BE88F1A-2576-4287-9CEC-716CF96569E1}">
      <dgm:prSet/>
      <dgm:spPr/>
      <dgm:t>
        <a:bodyPr/>
        <a:lstStyle/>
        <a:p>
          <a:r>
            <a:rPr lang="en-US"/>
            <a:t>Compare results to baselines: 50% win rate and 0-point score differential.</a:t>
          </a:r>
        </a:p>
      </dgm:t>
    </dgm:pt>
    <dgm:pt modelId="{575F8E3A-314C-4AA6-915D-8DF89652C5BF}" type="parTrans" cxnId="{C16D7096-D308-46FC-81D2-9C5DF0ACAE5A}">
      <dgm:prSet/>
      <dgm:spPr/>
      <dgm:t>
        <a:bodyPr/>
        <a:lstStyle/>
        <a:p>
          <a:endParaRPr lang="en-US"/>
        </a:p>
      </dgm:t>
    </dgm:pt>
    <dgm:pt modelId="{A545BFA7-4A30-4B11-AB09-7FC2C91A21D4}" type="sibTrans" cxnId="{C16D7096-D308-46FC-81D2-9C5DF0ACAE5A}">
      <dgm:prSet phldrT="4" phldr="0"/>
      <dgm:spPr/>
      <dgm:t>
        <a:bodyPr/>
        <a:lstStyle/>
        <a:p>
          <a:r>
            <a:rPr lang="en-US"/>
            <a:t>4</a:t>
          </a:r>
        </a:p>
      </dgm:t>
    </dgm:pt>
    <dgm:pt modelId="{FF0DB9D6-B479-4C09-A460-5C50D08F74E3}" type="pres">
      <dgm:prSet presAssocID="{A96016A9-4E10-41B4-86FA-BFC3745B4BF0}" presName="linearFlow" presStyleCnt="0">
        <dgm:presLayoutVars>
          <dgm:dir/>
          <dgm:animLvl val="lvl"/>
          <dgm:resizeHandles val="exact"/>
        </dgm:presLayoutVars>
      </dgm:prSet>
      <dgm:spPr/>
    </dgm:pt>
    <dgm:pt modelId="{5C6C40A3-0257-4752-BC5A-CC96A5B1456D}" type="pres">
      <dgm:prSet presAssocID="{65537F96-9333-41AC-975D-DAE4EAC68AEF}" presName="compositeNode" presStyleCnt="0"/>
      <dgm:spPr/>
    </dgm:pt>
    <dgm:pt modelId="{FB14B365-84A6-4CD5-95AC-F153449ABBE4}" type="pres">
      <dgm:prSet presAssocID="{65537F96-9333-41AC-975D-DAE4EAC68AEF}" presName="parTx" presStyleLbl="node1" presStyleIdx="0" presStyleCnt="0">
        <dgm:presLayoutVars>
          <dgm:chMax val="0"/>
          <dgm:chPref val="0"/>
          <dgm:bulletEnabled val="1"/>
        </dgm:presLayoutVars>
      </dgm:prSet>
      <dgm:spPr/>
    </dgm:pt>
    <dgm:pt modelId="{FF0499FE-8DB1-4741-9A75-D8246387160F}" type="pres">
      <dgm:prSet presAssocID="{65537F96-9333-41AC-975D-DAE4EAC68AEF}" presName="parSh" presStyleCnt="0"/>
      <dgm:spPr/>
    </dgm:pt>
    <dgm:pt modelId="{C0E53C2B-C6B8-4A48-98C5-9339C20F09DE}" type="pres">
      <dgm:prSet presAssocID="{65537F96-9333-41AC-975D-DAE4EAC68AEF}" presName="lineNode" presStyleLbl="alignAccFollowNode1" presStyleIdx="0" presStyleCnt="12"/>
      <dgm:spPr/>
    </dgm:pt>
    <dgm:pt modelId="{28A770D7-E3CD-4403-9362-50E7992CF526}" type="pres">
      <dgm:prSet presAssocID="{65537F96-9333-41AC-975D-DAE4EAC68AEF}" presName="lineArrowNode" presStyleLbl="alignAccFollowNode1" presStyleIdx="1" presStyleCnt="12"/>
      <dgm:spPr/>
    </dgm:pt>
    <dgm:pt modelId="{FE5EFBC5-9AE9-4F6D-B52A-786234A0EC23}" type="pres">
      <dgm:prSet presAssocID="{503C91D3-3138-4CBC-B259-F076A34A819A}" presName="sibTransNodeCircle" presStyleLbl="alignNode1" presStyleIdx="0" presStyleCnt="4">
        <dgm:presLayoutVars>
          <dgm:chMax val="0"/>
          <dgm:bulletEnabled/>
        </dgm:presLayoutVars>
      </dgm:prSet>
      <dgm:spPr/>
    </dgm:pt>
    <dgm:pt modelId="{59EBB269-55A3-43FD-855A-74782EC4E000}" type="pres">
      <dgm:prSet presAssocID="{503C91D3-3138-4CBC-B259-F076A34A819A}" presName="spacerBetweenCircleAndCallout" presStyleCnt="0">
        <dgm:presLayoutVars/>
      </dgm:prSet>
      <dgm:spPr/>
    </dgm:pt>
    <dgm:pt modelId="{736482C8-CE67-452D-9267-1E1EF11F6E9D}" type="pres">
      <dgm:prSet presAssocID="{65537F96-9333-41AC-975D-DAE4EAC68AEF}" presName="nodeText" presStyleLbl="alignAccFollowNode1" presStyleIdx="2" presStyleCnt="12">
        <dgm:presLayoutVars>
          <dgm:bulletEnabled val="1"/>
        </dgm:presLayoutVars>
      </dgm:prSet>
      <dgm:spPr/>
    </dgm:pt>
    <dgm:pt modelId="{A50C2B52-F01C-434D-9221-45333FC17624}" type="pres">
      <dgm:prSet presAssocID="{503C91D3-3138-4CBC-B259-F076A34A819A}" presName="sibTransComposite" presStyleCnt="0"/>
      <dgm:spPr/>
    </dgm:pt>
    <dgm:pt modelId="{B2E03888-6157-4A32-9988-D4C821EF8835}" type="pres">
      <dgm:prSet presAssocID="{00EA5776-3FE9-44BE-A41D-3F0C3DB870AA}" presName="compositeNode" presStyleCnt="0"/>
      <dgm:spPr/>
    </dgm:pt>
    <dgm:pt modelId="{319E2934-CA21-4810-A670-297F64886155}" type="pres">
      <dgm:prSet presAssocID="{00EA5776-3FE9-44BE-A41D-3F0C3DB870AA}" presName="parTx" presStyleLbl="node1" presStyleIdx="0" presStyleCnt="0">
        <dgm:presLayoutVars>
          <dgm:chMax val="0"/>
          <dgm:chPref val="0"/>
          <dgm:bulletEnabled val="1"/>
        </dgm:presLayoutVars>
      </dgm:prSet>
      <dgm:spPr/>
    </dgm:pt>
    <dgm:pt modelId="{B8AAD065-4018-4530-B551-D573A13177D0}" type="pres">
      <dgm:prSet presAssocID="{00EA5776-3FE9-44BE-A41D-3F0C3DB870AA}" presName="parSh" presStyleCnt="0"/>
      <dgm:spPr/>
    </dgm:pt>
    <dgm:pt modelId="{3C6A5E4B-AEC3-4C3A-8074-B729B593FDBD}" type="pres">
      <dgm:prSet presAssocID="{00EA5776-3FE9-44BE-A41D-3F0C3DB870AA}" presName="lineNode" presStyleLbl="alignAccFollowNode1" presStyleIdx="3" presStyleCnt="12"/>
      <dgm:spPr/>
    </dgm:pt>
    <dgm:pt modelId="{40BD497D-E394-4269-87CF-9D3E30D58DDA}" type="pres">
      <dgm:prSet presAssocID="{00EA5776-3FE9-44BE-A41D-3F0C3DB870AA}" presName="lineArrowNode" presStyleLbl="alignAccFollowNode1" presStyleIdx="4" presStyleCnt="12"/>
      <dgm:spPr/>
    </dgm:pt>
    <dgm:pt modelId="{073587BF-5C52-4C49-BF87-F334BDF58664}" type="pres">
      <dgm:prSet presAssocID="{2CB71CDF-0972-416D-AA6F-C21E9808E0F1}" presName="sibTransNodeCircle" presStyleLbl="alignNode1" presStyleIdx="1" presStyleCnt="4">
        <dgm:presLayoutVars>
          <dgm:chMax val="0"/>
          <dgm:bulletEnabled/>
        </dgm:presLayoutVars>
      </dgm:prSet>
      <dgm:spPr/>
    </dgm:pt>
    <dgm:pt modelId="{CC4A5F20-85AA-4763-94FA-E8EB35AF2FFA}" type="pres">
      <dgm:prSet presAssocID="{2CB71CDF-0972-416D-AA6F-C21E9808E0F1}" presName="spacerBetweenCircleAndCallout" presStyleCnt="0">
        <dgm:presLayoutVars/>
      </dgm:prSet>
      <dgm:spPr/>
    </dgm:pt>
    <dgm:pt modelId="{775452A2-9610-4539-8ADB-0CD02951FFE3}" type="pres">
      <dgm:prSet presAssocID="{00EA5776-3FE9-44BE-A41D-3F0C3DB870AA}" presName="nodeText" presStyleLbl="alignAccFollowNode1" presStyleIdx="5" presStyleCnt="12">
        <dgm:presLayoutVars>
          <dgm:bulletEnabled val="1"/>
        </dgm:presLayoutVars>
      </dgm:prSet>
      <dgm:spPr/>
    </dgm:pt>
    <dgm:pt modelId="{8841334F-14F4-4BA3-9202-4B6D48E8A898}" type="pres">
      <dgm:prSet presAssocID="{2CB71CDF-0972-416D-AA6F-C21E9808E0F1}" presName="sibTransComposite" presStyleCnt="0"/>
      <dgm:spPr/>
    </dgm:pt>
    <dgm:pt modelId="{3C6AE9B4-9F23-40E7-8888-3996606EA774}" type="pres">
      <dgm:prSet presAssocID="{18A2F656-ACB1-404F-8B65-B583438200C6}" presName="compositeNode" presStyleCnt="0"/>
      <dgm:spPr/>
    </dgm:pt>
    <dgm:pt modelId="{78F3DFA4-3C11-4064-AEEC-1DC1F7E1F37D}" type="pres">
      <dgm:prSet presAssocID="{18A2F656-ACB1-404F-8B65-B583438200C6}" presName="parTx" presStyleLbl="node1" presStyleIdx="0" presStyleCnt="0">
        <dgm:presLayoutVars>
          <dgm:chMax val="0"/>
          <dgm:chPref val="0"/>
          <dgm:bulletEnabled val="1"/>
        </dgm:presLayoutVars>
      </dgm:prSet>
      <dgm:spPr/>
    </dgm:pt>
    <dgm:pt modelId="{576BFBA5-B293-433E-AC8C-51390429D968}" type="pres">
      <dgm:prSet presAssocID="{18A2F656-ACB1-404F-8B65-B583438200C6}" presName="parSh" presStyleCnt="0"/>
      <dgm:spPr/>
    </dgm:pt>
    <dgm:pt modelId="{8E1DCA23-BB5C-4B67-8791-A8C0E0F58980}" type="pres">
      <dgm:prSet presAssocID="{18A2F656-ACB1-404F-8B65-B583438200C6}" presName="lineNode" presStyleLbl="alignAccFollowNode1" presStyleIdx="6" presStyleCnt="12"/>
      <dgm:spPr/>
    </dgm:pt>
    <dgm:pt modelId="{B9EE59F8-D1FA-4086-8AC7-007FA7CB643A}" type="pres">
      <dgm:prSet presAssocID="{18A2F656-ACB1-404F-8B65-B583438200C6}" presName="lineArrowNode" presStyleLbl="alignAccFollowNode1" presStyleIdx="7" presStyleCnt="12"/>
      <dgm:spPr/>
    </dgm:pt>
    <dgm:pt modelId="{C253E822-D210-4F20-A7B2-8D751721CFB4}" type="pres">
      <dgm:prSet presAssocID="{BBB451DF-D764-450E-BD71-BDD4A1433119}" presName="sibTransNodeCircle" presStyleLbl="alignNode1" presStyleIdx="2" presStyleCnt="4">
        <dgm:presLayoutVars>
          <dgm:chMax val="0"/>
          <dgm:bulletEnabled/>
        </dgm:presLayoutVars>
      </dgm:prSet>
      <dgm:spPr/>
    </dgm:pt>
    <dgm:pt modelId="{5C881F75-BF10-4FD7-89AE-718C4F1A2249}" type="pres">
      <dgm:prSet presAssocID="{BBB451DF-D764-450E-BD71-BDD4A1433119}" presName="spacerBetweenCircleAndCallout" presStyleCnt="0">
        <dgm:presLayoutVars/>
      </dgm:prSet>
      <dgm:spPr/>
    </dgm:pt>
    <dgm:pt modelId="{4DA08BC8-F060-4107-949D-D52393473ABC}" type="pres">
      <dgm:prSet presAssocID="{18A2F656-ACB1-404F-8B65-B583438200C6}" presName="nodeText" presStyleLbl="alignAccFollowNode1" presStyleIdx="8" presStyleCnt="12">
        <dgm:presLayoutVars>
          <dgm:bulletEnabled val="1"/>
        </dgm:presLayoutVars>
      </dgm:prSet>
      <dgm:spPr/>
    </dgm:pt>
    <dgm:pt modelId="{0930256E-DC51-45F5-88D5-ECEA4548614B}" type="pres">
      <dgm:prSet presAssocID="{BBB451DF-D764-450E-BD71-BDD4A1433119}" presName="sibTransComposite" presStyleCnt="0"/>
      <dgm:spPr/>
    </dgm:pt>
    <dgm:pt modelId="{316A8C85-0DA9-4966-92E3-A2B4B3B98EAB}" type="pres">
      <dgm:prSet presAssocID="{4BE88F1A-2576-4287-9CEC-716CF96569E1}" presName="compositeNode" presStyleCnt="0"/>
      <dgm:spPr/>
    </dgm:pt>
    <dgm:pt modelId="{56E34226-D596-4306-AA49-970CF0E50CF7}" type="pres">
      <dgm:prSet presAssocID="{4BE88F1A-2576-4287-9CEC-716CF96569E1}" presName="parTx" presStyleLbl="node1" presStyleIdx="0" presStyleCnt="0">
        <dgm:presLayoutVars>
          <dgm:chMax val="0"/>
          <dgm:chPref val="0"/>
          <dgm:bulletEnabled val="1"/>
        </dgm:presLayoutVars>
      </dgm:prSet>
      <dgm:spPr/>
    </dgm:pt>
    <dgm:pt modelId="{37D6F584-386A-439E-B402-1AF6B999ED7E}" type="pres">
      <dgm:prSet presAssocID="{4BE88F1A-2576-4287-9CEC-716CF96569E1}" presName="parSh" presStyleCnt="0"/>
      <dgm:spPr/>
    </dgm:pt>
    <dgm:pt modelId="{7B92C8B7-96A1-4693-96D2-2101BD76F9C4}" type="pres">
      <dgm:prSet presAssocID="{4BE88F1A-2576-4287-9CEC-716CF96569E1}" presName="lineNode" presStyleLbl="alignAccFollowNode1" presStyleIdx="9" presStyleCnt="12"/>
      <dgm:spPr/>
    </dgm:pt>
    <dgm:pt modelId="{7B62718B-A309-4C64-8692-0214EA249811}" type="pres">
      <dgm:prSet presAssocID="{4BE88F1A-2576-4287-9CEC-716CF96569E1}" presName="lineArrowNode" presStyleLbl="alignAccFollowNode1" presStyleIdx="10" presStyleCnt="12"/>
      <dgm:spPr/>
    </dgm:pt>
    <dgm:pt modelId="{9E38C9CF-5D3B-42EB-BF1A-C8FFCE6A6E1A}" type="pres">
      <dgm:prSet presAssocID="{A545BFA7-4A30-4B11-AB09-7FC2C91A21D4}" presName="sibTransNodeCircle" presStyleLbl="alignNode1" presStyleIdx="3" presStyleCnt="4">
        <dgm:presLayoutVars>
          <dgm:chMax val="0"/>
          <dgm:bulletEnabled/>
        </dgm:presLayoutVars>
      </dgm:prSet>
      <dgm:spPr/>
    </dgm:pt>
    <dgm:pt modelId="{4E7CF582-B72F-4D70-B390-67E9FAD90EF4}" type="pres">
      <dgm:prSet presAssocID="{A545BFA7-4A30-4B11-AB09-7FC2C91A21D4}" presName="spacerBetweenCircleAndCallout" presStyleCnt="0">
        <dgm:presLayoutVars/>
      </dgm:prSet>
      <dgm:spPr/>
    </dgm:pt>
    <dgm:pt modelId="{7C845767-EC61-4A05-8D66-C3F4F13F36AC}" type="pres">
      <dgm:prSet presAssocID="{4BE88F1A-2576-4287-9CEC-716CF96569E1}" presName="nodeText" presStyleLbl="alignAccFollowNode1" presStyleIdx="11" presStyleCnt="12">
        <dgm:presLayoutVars>
          <dgm:bulletEnabled val="1"/>
        </dgm:presLayoutVars>
      </dgm:prSet>
      <dgm:spPr/>
    </dgm:pt>
  </dgm:ptLst>
  <dgm:cxnLst>
    <dgm:cxn modelId="{EF874406-4E17-4705-BC90-3EF9F03833DD}" srcId="{A96016A9-4E10-41B4-86FA-BFC3745B4BF0}" destId="{00EA5776-3FE9-44BE-A41D-3F0C3DB870AA}" srcOrd="1" destOrd="0" parTransId="{4C65693A-2147-427A-AA2E-DBBD2C45567F}" sibTransId="{2CB71CDF-0972-416D-AA6F-C21E9808E0F1}"/>
    <dgm:cxn modelId="{26D69311-9430-42CB-AAA0-8B91775C2EEF}" srcId="{A96016A9-4E10-41B4-86FA-BFC3745B4BF0}" destId="{18A2F656-ACB1-404F-8B65-B583438200C6}" srcOrd="2" destOrd="0" parTransId="{9676D9A6-8611-41F8-BF89-7724D26AE2BA}" sibTransId="{BBB451DF-D764-450E-BD71-BDD4A1433119}"/>
    <dgm:cxn modelId="{D89C1719-0D54-4C7B-85DD-CF04FBA729A2}" type="presOf" srcId="{503C91D3-3138-4CBC-B259-F076A34A819A}" destId="{FE5EFBC5-9AE9-4F6D-B52A-786234A0EC23}" srcOrd="0" destOrd="0" presId="urn:microsoft.com/office/officeart/2016/7/layout/LinearArrowProcessNumbered"/>
    <dgm:cxn modelId="{FB517C2B-74E8-469B-89B6-D292946FE075}" type="presOf" srcId="{A96016A9-4E10-41B4-86FA-BFC3745B4BF0}" destId="{FF0DB9D6-B479-4C09-A460-5C50D08F74E3}" srcOrd="0" destOrd="0" presId="urn:microsoft.com/office/officeart/2016/7/layout/LinearArrowProcessNumbered"/>
    <dgm:cxn modelId="{B9B0BD31-B2A7-43F2-9E1E-5CA6B05036F8}" type="presOf" srcId="{18A2F656-ACB1-404F-8B65-B583438200C6}" destId="{4DA08BC8-F060-4107-949D-D52393473ABC}" srcOrd="0" destOrd="0" presId="urn:microsoft.com/office/officeart/2016/7/layout/LinearArrowProcessNumbered"/>
    <dgm:cxn modelId="{C49B706B-1D2E-4C95-8048-7B6A6010FFA2}" type="presOf" srcId="{4BE88F1A-2576-4287-9CEC-716CF96569E1}" destId="{7C845767-EC61-4A05-8D66-C3F4F13F36AC}" srcOrd="0" destOrd="0" presId="urn:microsoft.com/office/officeart/2016/7/layout/LinearArrowProcessNumbered"/>
    <dgm:cxn modelId="{94620A7F-7B7C-4145-BC4B-FF897B529213}" type="presOf" srcId="{BBB451DF-D764-450E-BD71-BDD4A1433119}" destId="{C253E822-D210-4F20-A7B2-8D751721CFB4}" srcOrd="0" destOrd="0" presId="urn:microsoft.com/office/officeart/2016/7/layout/LinearArrowProcessNumbered"/>
    <dgm:cxn modelId="{C16D7096-D308-46FC-81D2-9C5DF0ACAE5A}" srcId="{A96016A9-4E10-41B4-86FA-BFC3745B4BF0}" destId="{4BE88F1A-2576-4287-9CEC-716CF96569E1}" srcOrd="3" destOrd="0" parTransId="{575F8E3A-314C-4AA6-915D-8DF89652C5BF}" sibTransId="{A545BFA7-4A30-4B11-AB09-7FC2C91A21D4}"/>
    <dgm:cxn modelId="{650B779C-68ED-44CB-90C5-FD5EEC9CD0A5}" srcId="{A96016A9-4E10-41B4-86FA-BFC3745B4BF0}" destId="{65537F96-9333-41AC-975D-DAE4EAC68AEF}" srcOrd="0" destOrd="0" parTransId="{9EAD2F81-F065-422F-8A89-F5CD36B9E07B}" sibTransId="{503C91D3-3138-4CBC-B259-F076A34A819A}"/>
    <dgm:cxn modelId="{E3E0E5D4-B1C8-4AFB-98E9-65D48682AE0A}" type="presOf" srcId="{2CB71CDF-0972-416D-AA6F-C21E9808E0F1}" destId="{073587BF-5C52-4C49-BF87-F334BDF58664}" srcOrd="0" destOrd="0" presId="urn:microsoft.com/office/officeart/2016/7/layout/LinearArrowProcessNumbered"/>
    <dgm:cxn modelId="{735B9BD8-9225-4B2B-AFB4-8A6FFEEED09B}" type="presOf" srcId="{A545BFA7-4A30-4B11-AB09-7FC2C91A21D4}" destId="{9E38C9CF-5D3B-42EB-BF1A-C8FFCE6A6E1A}" srcOrd="0" destOrd="0" presId="urn:microsoft.com/office/officeart/2016/7/layout/LinearArrowProcessNumbered"/>
    <dgm:cxn modelId="{5F7815E9-C086-46E7-B2FF-36EC8234667F}" type="presOf" srcId="{65537F96-9333-41AC-975D-DAE4EAC68AEF}" destId="{736482C8-CE67-452D-9267-1E1EF11F6E9D}" srcOrd="0" destOrd="0" presId="urn:microsoft.com/office/officeart/2016/7/layout/LinearArrowProcessNumbered"/>
    <dgm:cxn modelId="{825CBAEE-39B8-47EF-9AE8-CD43C39F3739}" type="presOf" srcId="{00EA5776-3FE9-44BE-A41D-3F0C3DB870AA}" destId="{775452A2-9610-4539-8ADB-0CD02951FFE3}" srcOrd="0" destOrd="0" presId="urn:microsoft.com/office/officeart/2016/7/layout/LinearArrowProcessNumbered"/>
    <dgm:cxn modelId="{E0D103B7-4377-41E0-A0D9-5D9A0CBED9AF}" type="presParOf" srcId="{FF0DB9D6-B479-4C09-A460-5C50D08F74E3}" destId="{5C6C40A3-0257-4752-BC5A-CC96A5B1456D}" srcOrd="0" destOrd="0" presId="urn:microsoft.com/office/officeart/2016/7/layout/LinearArrowProcessNumbered"/>
    <dgm:cxn modelId="{918F8338-83E2-4DF3-BF80-BFAE9C185CE0}" type="presParOf" srcId="{5C6C40A3-0257-4752-BC5A-CC96A5B1456D}" destId="{FB14B365-84A6-4CD5-95AC-F153449ABBE4}" srcOrd="0" destOrd="0" presId="urn:microsoft.com/office/officeart/2016/7/layout/LinearArrowProcessNumbered"/>
    <dgm:cxn modelId="{C46FD822-B776-4135-AE4F-3543E5EFB28A}" type="presParOf" srcId="{5C6C40A3-0257-4752-BC5A-CC96A5B1456D}" destId="{FF0499FE-8DB1-4741-9A75-D8246387160F}" srcOrd="1" destOrd="0" presId="urn:microsoft.com/office/officeart/2016/7/layout/LinearArrowProcessNumbered"/>
    <dgm:cxn modelId="{4F833BCF-D2D0-46E2-90C2-A38152D48A37}" type="presParOf" srcId="{FF0499FE-8DB1-4741-9A75-D8246387160F}" destId="{C0E53C2B-C6B8-4A48-98C5-9339C20F09DE}" srcOrd="0" destOrd="0" presId="urn:microsoft.com/office/officeart/2016/7/layout/LinearArrowProcessNumbered"/>
    <dgm:cxn modelId="{71E8F70E-7C69-4675-A32D-33073EAE9F55}" type="presParOf" srcId="{FF0499FE-8DB1-4741-9A75-D8246387160F}" destId="{28A770D7-E3CD-4403-9362-50E7992CF526}" srcOrd="1" destOrd="0" presId="urn:microsoft.com/office/officeart/2016/7/layout/LinearArrowProcessNumbered"/>
    <dgm:cxn modelId="{DA34FE42-367C-47BE-A6A7-5E6150927AFE}" type="presParOf" srcId="{FF0499FE-8DB1-4741-9A75-D8246387160F}" destId="{FE5EFBC5-9AE9-4F6D-B52A-786234A0EC23}" srcOrd="2" destOrd="0" presId="urn:microsoft.com/office/officeart/2016/7/layout/LinearArrowProcessNumbered"/>
    <dgm:cxn modelId="{BA2B00E3-8216-4945-8BAF-C76A58243F20}" type="presParOf" srcId="{FF0499FE-8DB1-4741-9A75-D8246387160F}" destId="{59EBB269-55A3-43FD-855A-74782EC4E000}" srcOrd="3" destOrd="0" presId="urn:microsoft.com/office/officeart/2016/7/layout/LinearArrowProcessNumbered"/>
    <dgm:cxn modelId="{CFF8F156-5392-4C08-A935-D050412F4F93}" type="presParOf" srcId="{5C6C40A3-0257-4752-BC5A-CC96A5B1456D}" destId="{736482C8-CE67-452D-9267-1E1EF11F6E9D}" srcOrd="2" destOrd="0" presId="urn:microsoft.com/office/officeart/2016/7/layout/LinearArrowProcessNumbered"/>
    <dgm:cxn modelId="{3D3ADAB6-5DE3-4B2F-903F-7295069EBB07}" type="presParOf" srcId="{FF0DB9D6-B479-4C09-A460-5C50D08F74E3}" destId="{A50C2B52-F01C-434D-9221-45333FC17624}" srcOrd="1" destOrd="0" presId="urn:microsoft.com/office/officeart/2016/7/layout/LinearArrowProcessNumbered"/>
    <dgm:cxn modelId="{B7E5E91F-15AE-41E6-854E-02658462A925}" type="presParOf" srcId="{FF0DB9D6-B479-4C09-A460-5C50D08F74E3}" destId="{B2E03888-6157-4A32-9988-D4C821EF8835}" srcOrd="2" destOrd="0" presId="urn:microsoft.com/office/officeart/2016/7/layout/LinearArrowProcessNumbered"/>
    <dgm:cxn modelId="{BA952089-78F6-42A6-A89D-24E88937768C}" type="presParOf" srcId="{B2E03888-6157-4A32-9988-D4C821EF8835}" destId="{319E2934-CA21-4810-A670-297F64886155}" srcOrd="0" destOrd="0" presId="urn:microsoft.com/office/officeart/2016/7/layout/LinearArrowProcessNumbered"/>
    <dgm:cxn modelId="{4AFA83C8-CB71-4CF7-9B9D-638CACA5788C}" type="presParOf" srcId="{B2E03888-6157-4A32-9988-D4C821EF8835}" destId="{B8AAD065-4018-4530-B551-D573A13177D0}" srcOrd="1" destOrd="0" presId="urn:microsoft.com/office/officeart/2016/7/layout/LinearArrowProcessNumbered"/>
    <dgm:cxn modelId="{9583DA08-46DC-4E0A-B693-5E0E8CFFB4C9}" type="presParOf" srcId="{B8AAD065-4018-4530-B551-D573A13177D0}" destId="{3C6A5E4B-AEC3-4C3A-8074-B729B593FDBD}" srcOrd="0" destOrd="0" presId="urn:microsoft.com/office/officeart/2016/7/layout/LinearArrowProcessNumbered"/>
    <dgm:cxn modelId="{04B0594A-DAA4-41FE-A8BC-60A507146F9D}" type="presParOf" srcId="{B8AAD065-4018-4530-B551-D573A13177D0}" destId="{40BD497D-E394-4269-87CF-9D3E30D58DDA}" srcOrd="1" destOrd="0" presId="urn:microsoft.com/office/officeart/2016/7/layout/LinearArrowProcessNumbered"/>
    <dgm:cxn modelId="{5C2F36DA-C27F-4F4A-AB28-02AB9F03A30B}" type="presParOf" srcId="{B8AAD065-4018-4530-B551-D573A13177D0}" destId="{073587BF-5C52-4C49-BF87-F334BDF58664}" srcOrd="2" destOrd="0" presId="urn:microsoft.com/office/officeart/2016/7/layout/LinearArrowProcessNumbered"/>
    <dgm:cxn modelId="{6F5D8C42-A809-4D4D-AC8C-BC8ACD155209}" type="presParOf" srcId="{B8AAD065-4018-4530-B551-D573A13177D0}" destId="{CC4A5F20-85AA-4763-94FA-E8EB35AF2FFA}" srcOrd="3" destOrd="0" presId="urn:microsoft.com/office/officeart/2016/7/layout/LinearArrowProcessNumbered"/>
    <dgm:cxn modelId="{F736FEBF-FC93-4370-BEF0-1BA4837508DD}" type="presParOf" srcId="{B2E03888-6157-4A32-9988-D4C821EF8835}" destId="{775452A2-9610-4539-8ADB-0CD02951FFE3}" srcOrd="2" destOrd="0" presId="urn:microsoft.com/office/officeart/2016/7/layout/LinearArrowProcessNumbered"/>
    <dgm:cxn modelId="{E2D2AE64-8A4E-4D0D-A98F-955F6CC5403D}" type="presParOf" srcId="{FF0DB9D6-B479-4C09-A460-5C50D08F74E3}" destId="{8841334F-14F4-4BA3-9202-4B6D48E8A898}" srcOrd="3" destOrd="0" presId="urn:microsoft.com/office/officeart/2016/7/layout/LinearArrowProcessNumbered"/>
    <dgm:cxn modelId="{3C095718-4D35-42CA-9512-24ECAAD73A6E}" type="presParOf" srcId="{FF0DB9D6-B479-4C09-A460-5C50D08F74E3}" destId="{3C6AE9B4-9F23-40E7-8888-3996606EA774}" srcOrd="4" destOrd="0" presId="urn:microsoft.com/office/officeart/2016/7/layout/LinearArrowProcessNumbered"/>
    <dgm:cxn modelId="{E7BA94C3-314B-4C3F-BFC4-4761557189FE}" type="presParOf" srcId="{3C6AE9B4-9F23-40E7-8888-3996606EA774}" destId="{78F3DFA4-3C11-4064-AEEC-1DC1F7E1F37D}" srcOrd="0" destOrd="0" presId="urn:microsoft.com/office/officeart/2016/7/layout/LinearArrowProcessNumbered"/>
    <dgm:cxn modelId="{A135985E-633A-48C0-873C-BC6CA5584767}" type="presParOf" srcId="{3C6AE9B4-9F23-40E7-8888-3996606EA774}" destId="{576BFBA5-B293-433E-AC8C-51390429D968}" srcOrd="1" destOrd="0" presId="urn:microsoft.com/office/officeart/2016/7/layout/LinearArrowProcessNumbered"/>
    <dgm:cxn modelId="{9CCBB4C5-23AA-447F-8047-259F49BB76F9}" type="presParOf" srcId="{576BFBA5-B293-433E-AC8C-51390429D968}" destId="{8E1DCA23-BB5C-4B67-8791-A8C0E0F58980}" srcOrd="0" destOrd="0" presId="urn:microsoft.com/office/officeart/2016/7/layout/LinearArrowProcessNumbered"/>
    <dgm:cxn modelId="{3840C574-F04B-48ED-AC10-920FE9E7901E}" type="presParOf" srcId="{576BFBA5-B293-433E-AC8C-51390429D968}" destId="{B9EE59F8-D1FA-4086-8AC7-007FA7CB643A}" srcOrd="1" destOrd="0" presId="urn:microsoft.com/office/officeart/2016/7/layout/LinearArrowProcessNumbered"/>
    <dgm:cxn modelId="{930877D3-299E-4027-B769-1BDC782FEF4A}" type="presParOf" srcId="{576BFBA5-B293-433E-AC8C-51390429D968}" destId="{C253E822-D210-4F20-A7B2-8D751721CFB4}" srcOrd="2" destOrd="0" presId="urn:microsoft.com/office/officeart/2016/7/layout/LinearArrowProcessNumbered"/>
    <dgm:cxn modelId="{832B2350-D3DB-4579-A40B-B585689C670B}" type="presParOf" srcId="{576BFBA5-B293-433E-AC8C-51390429D968}" destId="{5C881F75-BF10-4FD7-89AE-718C4F1A2249}" srcOrd="3" destOrd="0" presId="urn:microsoft.com/office/officeart/2016/7/layout/LinearArrowProcessNumbered"/>
    <dgm:cxn modelId="{20E56225-0BD9-48BB-B067-1F30EB72C846}" type="presParOf" srcId="{3C6AE9B4-9F23-40E7-8888-3996606EA774}" destId="{4DA08BC8-F060-4107-949D-D52393473ABC}" srcOrd="2" destOrd="0" presId="urn:microsoft.com/office/officeart/2016/7/layout/LinearArrowProcessNumbered"/>
    <dgm:cxn modelId="{0CF86FFF-E072-428B-B5BF-D06B75770729}" type="presParOf" srcId="{FF0DB9D6-B479-4C09-A460-5C50D08F74E3}" destId="{0930256E-DC51-45F5-88D5-ECEA4548614B}" srcOrd="5" destOrd="0" presId="urn:microsoft.com/office/officeart/2016/7/layout/LinearArrowProcessNumbered"/>
    <dgm:cxn modelId="{3716EC19-803E-48AC-9F00-2AD1F54E75C3}" type="presParOf" srcId="{FF0DB9D6-B479-4C09-A460-5C50D08F74E3}" destId="{316A8C85-0DA9-4966-92E3-A2B4B3B98EAB}" srcOrd="6" destOrd="0" presId="urn:microsoft.com/office/officeart/2016/7/layout/LinearArrowProcessNumbered"/>
    <dgm:cxn modelId="{9C155BDE-7CE1-400B-AFE4-B0FB15C0A05C}" type="presParOf" srcId="{316A8C85-0DA9-4966-92E3-A2B4B3B98EAB}" destId="{56E34226-D596-4306-AA49-970CF0E50CF7}" srcOrd="0" destOrd="0" presId="urn:microsoft.com/office/officeart/2016/7/layout/LinearArrowProcessNumbered"/>
    <dgm:cxn modelId="{C5EDD134-3A2E-4B19-BFCE-F2B9A7C58F4B}" type="presParOf" srcId="{316A8C85-0DA9-4966-92E3-A2B4B3B98EAB}" destId="{37D6F584-386A-439E-B402-1AF6B999ED7E}" srcOrd="1" destOrd="0" presId="urn:microsoft.com/office/officeart/2016/7/layout/LinearArrowProcessNumbered"/>
    <dgm:cxn modelId="{50617057-4ECA-4A94-99EA-2C367A704052}" type="presParOf" srcId="{37D6F584-386A-439E-B402-1AF6B999ED7E}" destId="{7B92C8B7-96A1-4693-96D2-2101BD76F9C4}" srcOrd="0" destOrd="0" presId="urn:microsoft.com/office/officeart/2016/7/layout/LinearArrowProcessNumbered"/>
    <dgm:cxn modelId="{1FE6CE9A-B127-483E-AB24-F52FEEBD4E35}" type="presParOf" srcId="{37D6F584-386A-439E-B402-1AF6B999ED7E}" destId="{7B62718B-A309-4C64-8692-0214EA249811}" srcOrd="1" destOrd="0" presId="urn:microsoft.com/office/officeart/2016/7/layout/LinearArrowProcessNumbered"/>
    <dgm:cxn modelId="{EC2FB697-A01E-420F-913B-DC62654A8EE8}" type="presParOf" srcId="{37D6F584-386A-439E-B402-1AF6B999ED7E}" destId="{9E38C9CF-5D3B-42EB-BF1A-C8FFCE6A6E1A}" srcOrd="2" destOrd="0" presId="urn:microsoft.com/office/officeart/2016/7/layout/LinearArrowProcessNumbered"/>
    <dgm:cxn modelId="{A084EFBB-89BA-47ED-9501-E277414C7B2D}" type="presParOf" srcId="{37D6F584-386A-439E-B402-1AF6B999ED7E}" destId="{4E7CF582-B72F-4D70-B390-67E9FAD90EF4}" srcOrd="3" destOrd="0" presId="urn:microsoft.com/office/officeart/2016/7/layout/LinearArrowProcessNumbered"/>
    <dgm:cxn modelId="{6FD4A0AC-2E91-43A7-B1F4-5592E16CE69E}" type="presParOf" srcId="{316A8C85-0DA9-4966-92E3-A2B4B3B98EAB}" destId="{7C845767-EC61-4A05-8D66-C3F4F13F36AC}" srcOrd="2" destOrd="0" presId="urn:microsoft.com/office/officeart/2016/7/layout/LinearArrow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441E7D2-5A4D-4D30-9C08-113AC60DFD4B}"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1B19EA44-48CA-4C66-B3DF-06F61D4E7C23}">
      <dgm:prSet/>
      <dgm:spPr/>
      <dgm:t>
        <a:bodyPr/>
        <a:lstStyle/>
        <a:p>
          <a:r>
            <a:rPr lang="en-US"/>
            <a:t>Protecting home field is strategically important for reaching the playoffs.</a:t>
          </a:r>
        </a:p>
      </dgm:t>
    </dgm:pt>
    <dgm:pt modelId="{6B227427-8B02-4064-A462-F91CF2204F46}" type="parTrans" cxnId="{106A1AB5-FAF8-418C-A65E-30B4749D6818}">
      <dgm:prSet/>
      <dgm:spPr/>
      <dgm:t>
        <a:bodyPr/>
        <a:lstStyle/>
        <a:p>
          <a:endParaRPr lang="en-US"/>
        </a:p>
      </dgm:t>
    </dgm:pt>
    <dgm:pt modelId="{ABB55370-FDDA-478E-9581-DA030EDB93E9}" type="sibTrans" cxnId="{106A1AB5-FAF8-418C-A65E-30B4749D6818}">
      <dgm:prSet/>
      <dgm:spPr/>
      <dgm:t>
        <a:bodyPr/>
        <a:lstStyle/>
        <a:p>
          <a:endParaRPr lang="en-US"/>
        </a:p>
      </dgm:t>
    </dgm:pt>
    <dgm:pt modelId="{36CE2240-C09D-4BEB-9768-91385D90C00A}">
      <dgm:prSet/>
      <dgm:spPr/>
      <dgm:t>
        <a:bodyPr/>
        <a:lstStyle/>
        <a:p>
          <a:r>
            <a:rPr lang="en-US"/>
            <a:t>Optimize travel and rest to reduce disadvantages in away games.</a:t>
          </a:r>
        </a:p>
      </dgm:t>
    </dgm:pt>
    <dgm:pt modelId="{453DC25B-C974-4E25-AABD-DAF3AD0B8C71}" type="parTrans" cxnId="{07AA5476-5822-45AF-95FC-34D03A282DB7}">
      <dgm:prSet/>
      <dgm:spPr/>
      <dgm:t>
        <a:bodyPr/>
        <a:lstStyle/>
        <a:p>
          <a:endParaRPr lang="en-US"/>
        </a:p>
      </dgm:t>
    </dgm:pt>
    <dgm:pt modelId="{89D68020-79B7-48BA-813E-DECE25B2B04A}" type="sibTrans" cxnId="{07AA5476-5822-45AF-95FC-34D03A282DB7}">
      <dgm:prSet/>
      <dgm:spPr/>
      <dgm:t>
        <a:bodyPr/>
        <a:lstStyle/>
        <a:p>
          <a:endParaRPr lang="en-US"/>
        </a:p>
      </dgm:t>
    </dgm:pt>
    <dgm:pt modelId="{C670CE6F-ACA0-4A78-99C9-0EC2E902B50D}">
      <dgm:prSet/>
      <dgm:spPr/>
      <dgm:t>
        <a:bodyPr/>
        <a:lstStyle/>
        <a:p>
          <a:r>
            <a:rPr lang="en-US"/>
            <a:t>Invest in fan engagement and stadium atmosphere to amplify home-field advantage.</a:t>
          </a:r>
        </a:p>
      </dgm:t>
    </dgm:pt>
    <dgm:pt modelId="{11155CAB-C84A-41C3-B5B8-C271775C4A92}" type="parTrans" cxnId="{722352FC-EC64-43AA-AE90-29560DBFDA33}">
      <dgm:prSet/>
      <dgm:spPr/>
      <dgm:t>
        <a:bodyPr/>
        <a:lstStyle/>
        <a:p>
          <a:endParaRPr lang="en-US"/>
        </a:p>
      </dgm:t>
    </dgm:pt>
    <dgm:pt modelId="{998DF53B-33D6-4AA8-8F37-2370DFB2AFEE}" type="sibTrans" cxnId="{722352FC-EC64-43AA-AE90-29560DBFDA33}">
      <dgm:prSet/>
      <dgm:spPr/>
      <dgm:t>
        <a:bodyPr/>
        <a:lstStyle/>
        <a:p>
          <a:endParaRPr lang="en-US"/>
        </a:p>
      </dgm:t>
    </dgm:pt>
    <dgm:pt modelId="{78248393-F30F-478D-BD04-4AC4FD0B93F9}" type="pres">
      <dgm:prSet presAssocID="{8441E7D2-5A4D-4D30-9C08-113AC60DFD4B}" presName="root" presStyleCnt="0">
        <dgm:presLayoutVars>
          <dgm:dir/>
          <dgm:resizeHandles val="exact"/>
        </dgm:presLayoutVars>
      </dgm:prSet>
      <dgm:spPr/>
    </dgm:pt>
    <dgm:pt modelId="{238468E5-3D22-4955-ABC2-195DB5BF6E68}" type="pres">
      <dgm:prSet presAssocID="{1B19EA44-48CA-4C66-B3DF-06F61D4E7C23}" presName="compNode" presStyleCnt="0"/>
      <dgm:spPr/>
    </dgm:pt>
    <dgm:pt modelId="{213C5E0A-5C76-4EBD-A221-488F3C06B803}" type="pres">
      <dgm:prSet presAssocID="{1B19EA44-48CA-4C66-B3DF-06F61D4E7C23}" presName="bgRect" presStyleLbl="bgShp" presStyleIdx="0" presStyleCnt="3"/>
      <dgm:spPr/>
    </dgm:pt>
    <dgm:pt modelId="{2FEF01EE-D935-4B73-B2B1-3EF8615F01B7}" type="pres">
      <dgm:prSet presAssocID="{1B19EA44-48CA-4C66-B3DF-06F61D4E7C2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sketball"/>
        </a:ext>
      </dgm:extLst>
    </dgm:pt>
    <dgm:pt modelId="{7D4C461A-331A-4B7D-A9E4-6AB5D2241CC7}" type="pres">
      <dgm:prSet presAssocID="{1B19EA44-48CA-4C66-B3DF-06F61D4E7C23}" presName="spaceRect" presStyleCnt="0"/>
      <dgm:spPr/>
    </dgm:pt>
    <dgm:pt modelId="{0B22F414-1E9E-4053-856E-92CF1C27B5B9}" type="pres">
      <dgm:prSet presAssocID="{1B19EA44-48CA-4C66-B3DF-06F61D4E7C23}" presName="parTx" presStyleLbl="revTx" presStyleIdx="0" presStyleCnt="3">
        <dgm:presLayoutVars>
          <dgm:chMax val="0"/>
          <dgm:chPref val="0"/>
        </dgm:presLayoutVars>
      </dgm:prSet>
      <dgm:spPr/>
    </dgm:pt>
    <dgm:pt modelId="{98A4A489-3B40-4070-840C-8430AD2F42BD}" type="pres">
      <dgm:prSet presAssocID="{ABB55370-FDDA-478E-9581-DA030EDB93E9}" presName="sibTrans" presStyleCnt="0"/>
      <dgm:spPr/>
    </dgm:pt>
    <dgm:pt modelId="{F9786651-7CCC-45BC-A45D-B5008E281EA0}" type="pres">
      <dgm:prSet presAssocID="{36CE2240-C09D-4BEB-9768-91385D90C00A}" presName="compNode" presStyleCnt="0"/>
      <dgm:spPr/>
    </dgm:pt>
    <dgm:pt modelId="{52FDBA71-E49D-43CD-B558-D41302606397}" type="pres">
      <dgm:prSet presAssocID="{36CE2240-C09D-4BEB-9768-91385D90C00A}" presName="bgRect" presStyleLbl="bgShp" presStyleIdx="1" presStyleCnt="3"/>
      <dgm:spPr/>
    </dgm:pt>
    <dgm:pt modelId="{477E772F-84F2-4C28-BD1E-3331E6B8A8BE}" type="pres">
      <dgm:prSet presAssocID="{36CE2240-C09D-4BEB-9768-91385D90C00A}"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Airplane"/>
        </a:ext>
      </dgm:extLst>
    </dgm:pt>
    <dgm:pt modelId="{404F99A4-0B8A-40BD-9EE8-0091304249CD}" type="pres">
      <dgm:prSet presAssocID="{36CE2240-C09D-4BEB-9768-91385D90C00A}" presName="spaceRect" presStyleCnt="0"/>
      <dgm:spPr/>
    </dgm:pt>
    <dgm:pt modelId="{B120F4B8-E121-45AA-9D00-C488E4BFBC58}" type="pres">
      <dgm:prSet presAssocID="{36CE2240-C09D-4BEB-9768-91385D90C00A}" presName="parTx" presStyleLbl="revTx" presStyleIdx="1" presStyleCnt="3">
        <dgm:presLayoutVars>
          <dgm:chMax val="0"/>
          <dgm:chPref val="0"/>
        </dgm:presLayoutVars>
      </dgm:prSet>
      <dgm:spPr/>
    </dgm:pt>
    <dgm:pt modelId="{44C0A8CE-7334-4A5C-B070-6DC93E4EEA57}" type="pres">
      <dgm:prSet presAssocID="{89D68020-79B7-48BA-813E-DECE25B2B04A}" presName="sibTrans" presStyleCnt="0"/>
      <dgm:spPr/>
    </dgm:pt>
    <dgm:pt modelId="{467A7B08-09AC-44A5-883B-A1AAB2CEBC06}" type="pres">
      <dgm:prSet presAssocID="{C670CE6F-ACA0-4A78-99C9-0EC2E902B50D}" presName="compNode" presStyleCnt="0"/>
      <dgm:spPr/>
    </dgm:pt>
    <dgm:pt modelId="{E252C605-CE94-47B9-9216-5846B3BCAE19}" type="pres">
      <dgm:prSet presAssocID="{C670CE6F-ACA0-4A78-99C9-0EC2E902B50D}" presName="bgRect" presStyleLbl="bgShp" presStyleIdx="2" presStyleCnt="3"/>
      <dgm:spPr/>
    </dgm:pt>
    <dgm:pt modelId="{08B2F34A-78F0-4A02-92E6-FB872A65089A}" type="pres">
      <dgm:prSet presAssocID="{C670CE6F-ACA0-4A78-99C9-0EC2E902B50D}"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occer"/>
        </a:ext>
      </dgm:extLst>
    </dgm:pt>
    <dgm:pt modelId="{63873857-4D6E-4370-9A86-9097B6A85125}" type="pres">
      <dgm:prSet presAssocID="{C670CE6F-ACA0-4A78-99C9-0EC2E902B50D}" presName="spaceRect" presStyleCnt="0"/>
      <dgm:spPr/>
    </dgm:pt>
    <dgm:pt modelId="{19DE5631-7E8F-452E-A404-A9875D010130}" type="pres">
      <dgm:prSet presAssocID="{C670CE6F-ACA0-4A78-99C9-0EC2E902B50D}" presName="parTx" presStyleLbl="revTx" presStyleIdx="2" presStyleCnt="3">
        <dgm:presLayoutVars>
          <dgm:chMax val="0"/>
          <dgm:chPref val="0"/>
        </dgm:presLayoutVars>
      </dgm:prSet>
      <dgm:spPr/>
    </dgm:pt>
  </dgm:ptLst>
  <dgm:cxnLst>
    <dgm:cxn modelId="{CCD04610-33B6-4C49-A68C-3E63DFE3983C}" type="presOf" srcId="{1B19EA44-48CA-4C66-B3DF-06F61D4E7C23}" destId="{0B22F414-1E9E-4053-856E-92CF1C27B5B9}" srcOrd="0" destOrd="0" presId="urn:microsoft.com/office/officeart/2018/2/layout/IconVerticalSolidList"/>
    <dgm:cxn modelId="{A5CB5A1C-B030-4994-B1F6-B2B0F3498B00}" type="presOf" srcId="{C670CE6F-ACA0-4A78-99C9-0EC2E902B50D}" destId="{19DE5631-7E8F-452E-A404-A9875D010130}" srcOrd="0" destOrd="0" presId="urn:microsoft.com/office/officeart/2018/2/layout/IconVerticalSolidList"/>
    <dgm:cxn modelId="{07AA5476-5822-45AF-95FC-34D03A282DB7}" srcId="{8441E7D2-5A4D-4D30-9C08-113AC60DFD4B}" destId="{36CE2240-C09D-4BEB-9768-91385D90C00A}" srcOrd="1" destOrd="0" parTransId="{453DC25B-C974-4E25-AABD-DAF3AD0B8C71}" sibTransId="{89D68020-79B7-48BA-813E-DECE25B2B04A}"/>
    <dgm:cxn modelId="{106A1AB5-FAF8-418C-A65E-30B4749D6818}" srcId="{8441E7D2-5A4D-4D30-9C08-113AC60DFD4B}" destId="{1B19EA44-48CA-4C66-B3DF-06F61D4E7C23}" srcOrd="0" destOrd="0" parTransId="{6B227427-8B02-4064-A462-F91CF2204F46}" sibTransId="{ABB55370-FDDA-478E-9581-DA030EDB93E9}"/>
    <dgm:cxn modelId="{E70119E9-5935-43C8-BF27-E7797F03B54A}" type="presOf" srcId="{36CE2240-C09D-4BEB-9768-91385D90C00A}" destId="{B120F4B8-E121-45AA-9D00-C488E4BFBC58}" srcOrd="0" destOrd="0" presId="urn:microsoft.com/office/officeart/2018/2/layout/IconVerticalSolidList"/>
    <dgm:cxn modelId="{1A5C3EFB-897B-4594-8EA1-C5BE89D24B51}" type="presOf" srcId="{8441E7D2-5A4D-4D30-9C08-113AC60DFD4B}" destId="{78248393-F30F-478D-BD04-4AC4FD0B93F9}" srcOrd="0" destOrd="0" presId="urn:microsoft.com/office/officeart/2018/2/layout/IconVerticalSolidList"/>
    <dgm:cxn modelId="{722352FC-EC64-43AA-AE90-29560DBFDA33}" srcId="{8441E7D2-5A4D-4D30-9C08-113AC60DFD4B}" destId="{C670CE6F-ACA0-4A78-99C9-0EC2E902B50D}" srcOrd="2" destOrd="0" parTransId="{11155CAB-C84A-41C3-B5B8-C271775C4A92}" sibTransId="{998DF53B-33D6-4AA8-8F37-2370DFB2AFEE}"/>
    <dgm:cxn modelId="{6D35273A-DD2A-4DCB-8777-C2608F207CDF}" type="presParOf" srcId="{78248393-F30F-478D-BD04-4AC4FD0B93F9}" destId="{238468E5-3D22-4955-ABC2-195DB5BF6E68}" srcOrd="0" destOrd="0" presId="urn:microsoft.com/office/officeart/2018/2/layout/IconVerticalSolidList"/>
    <dgm:cxn modelId="{27E13BD0-66A9-44E0-A4E9-17DFE44095C2}" type="presParOf" srcId="{238468E5-3D22-4955-ABC2-195DB5BF6E68}" destId="{213C5E0A-5C76-4EBD-A221-488F3C06B803}" srcOrd="0" destOrd="0" presId="urn:microsoft.com/office/officeart/2018/2/layout/IconVerticalSolidList"/>
    <dgm:cxn modelId="{E4D94138-B356-4F48-93E0-C702C78896E3}" type="presParOf" srcId="{238468E5-3D22-4955-ABC2-195DB5BF6E68}" destId="{2FEF01EE-D935-4B73-B2B1-3EF8615F01B7}" srcOrd="1" destOrd="0" presId="urn:microsoft.com/office/officeart/2018/2/layout/IconVerticalSolidList"/>
    <dgm:cxn modelId="{0D426F6F-6226-44CF-9143-651321408D6C}" type="presParOf" srcId="{238468E5-3D22-4955-ABC2-195DB5BF6E68}" destId="{7D4C461A-331A-4B7D-A9E4-6AB5D2241CC7}" srcOrd="2" destOrd="0" presId="urn:microsoft.com/office/officeart/2018/2/layout/IconVerticalSolidList"/>
    <dgm:cxn modelId="{9C8E24A5-FF06-4655-BBB4-18CDEEA963A8}" type="presParOf" srcId="{238468E5-3D22-4955-ABC2-195DB5BF6E68}" destId="{0B22F414-1E9E-4053-856E-92CF1C27B5B9}" srcOrd="3" destOrd="0" presId="urn:microsoft.com/office/officeart/2018/2/layout/IconVerticalSolidList"/>
    <dgm:cxn modelId="{596A33BF-EE56-4F7F-A397-173920261EF9}" type="presParOf" srcId="{78248393-F30F-478D-BD04-4AC4FD0B93F9}" destId="{98A4A489-3B40-4070-840C-8430AD2F42BD}" srcOrd="1" destOrd="0" presId="urn:microsoft.com/office/officeart/2018/2/layout/IconVerticalSolidList"/>
    <dgm:cxn modelId="{6AF65EE1-DA44-4681-B656-B62C959163FE}" type="presParOf" srcId="{78248393-F30F-478D-BD04-4AC4FD0B93F9}" destId="{F9786651-7CCC-45BC-A45D-B5008E281EA0}" srcOrd="2" destOrd="0" presId="urn:microsoft.com/office/officeart/2018/2/layout/IconVerticalSolidList"/>
    <dgm:cxn modelId="{222D8CA6-EF95-457C-A1CE-708AC5CBA302}" type="presParOf" srcId="{F9786651-7CCC-45BC-A45D-B5008E281EA0}" destId="{52FDBA71-E49D-43CD-B558-D41302606397}" srcOrd="0" destOrd="0" presId="urn:microsoft.com/office/officeart/2018/2/layout/IconVerticalSolidList"/>
    <dgm:cxn modelId="{D1D4C37A-7F45-4A3B-B8D4-5FDE6C7B171B}" type="presParOf" srcId="{F9786651-7CCC-45BC-A45D-B5008E281EA0}" destId="{477E772F-84F2-4C28-BD1E-3331E6B8A8BE}" srcOrd="1" destOrd="0" presId="urn:microsoft.com/office/officeart/2018/2/layout/IconVerticalSolidList"/>
    <dgm:cxn modelId="{3958FB6D-C7AA-42A1-8D0C-A3734DA0D1BB}" type="presParOf" srcId="{F9786651-7CCC-45BC-A45D-B5008E281EA0}" destId="{404F99A4-0B8A-40BD-9EE8-0091304249CD}" srcOrd="2" destOrd="0" presId="urn:microsoft.com/office/officeart/2018/2/layout/IconVerticalSolidList"/>
    <dgm:cxn modelId="{FBE4ACC8-7235-46BC-A9E5-C6C43B431793}" type="presParOf" srcId="{F9786651-7CCC-45BC-A45D-B5008E281EA0}" destId="{B120F4B8-E121-45AA-9D00-C488E4BFBC58}" srcOrd="3" destOrd="0" presId="urn:microsoft.com/office/officeart/2018/2/layout/IconVerticalSolidList"/>
    <dgm:cxn modelId="{22EB595C-FB54-4000-894E-032CDECDE311}" type="presParOf" srcId="{78248393-F30F-478D-BD04-4AC4FD0B93F9}" destId="{44C0A8CE-7334-4A5C-B070-6DC93E4EEA57}" srcOrd="3" destOrd="0" presId="urn:microsoft.com/office/officeart/2018/2/layout/IconVerticalSolidList"/>
    <dgm:cxn modelId="{4E10AB52-A281-4966-80DD-8B376AE9180B}" type="presParOf" srcId="{78248393-F30F-478D-BD04-4AC4FD0B93F9}" destId="{467A7B08-09AC-44A5-883B-A1AAB2CEBC06}" srcOrd="4" destOrd="0" presId="urn:microsoft.com/office/officeart/2018/2/layout/IconVerticalSolidList"/>
    <dgm:cxn modelId="{C439B8AF-A2D1-40F1-A53D-2C8D104EF1C7}" type="presParOf" srcId="{467A7B08-09AC-44A5-883B-A1AAB2CEBC06}" destId="{E252C605-CE94-47B9-9216-5846B3BCAE19}" srcOrd="0" destOrd="0" presId="urn:microsoft.com/office/officeart/2018/2/layout/IconVerticalSolidList"/>
    <dgm:cxn modelId="{1D4DAAAC-3446-4323-AAEB-0D014B61365A}" type="presParOf" srcId="{467A7B08-09AC-44A5-883B-A1AAB2CEBC06}" destId="{08B2F34A-78F0-4A02-92E6-FB872A65089A}" srcOrd="1" destOrd="0" presId="urn:microsoft.com/office/officeart/2018/2/layout/IconVerticalSolidList"/>
    <dgm:cxn modelId="{D107A95F-15A4-4AEA-B1FF-A7CE26FE32A0}" type="presParOf" srcId="{467A7B08-09AC-44A5-883B-A1AAB2CEBC06}" destId="{63873857-4D6E-4370-9A86-9097B6A85125}" srcOrd="2" destOrd="0" presId="urn:microsoft.com/office/officeart/2018/2/layout/IconVerticalSolidList"/>
    <dgm:cxn modelId="{1558E5BB-B4DD-4AC1-860C-B9CFB95261AC}" type="presParOf" srcId="{467A7B08-09AC-44A5-883B-A1AAB2CEBC06}" destId="{19DE5631-7E8F-452E-A404-A9875D01013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191FDA5-7B11-488F-B70A-3961AE1DEA67}" type="doc">
      <dgm:prSet loTypeId="urn:microsoft.com/office/officeart/2018/5/layout/IconCircle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1D655D82-6FB4-4D7F-8351-E576A701B25F}">
      <dgm:prSet/>
      <dgm:spPr/>
      <dgm:t>
        <a:bodyPr/>
        <a:lstStyle/>
        <a:p>
          <a:pPr>
            <a:defRPr cap="all"/>
          </a:pPr>
          <a:r>
            <a:rPr lang="en-US"/>
            <a:t>Analysis does not fully control for team strength, injuries, or travel distance.</a:t>
          </a:r>
        </a:p>
      </dgm:t>
    </dgm:pt>
    <dgm:pt modelId="{F9257C03-19D9-4A88-8472-02AB6510DD55}" type="parTrans" cxnId="{8C3924C6-D927-41A9-B18B-FF9360F632AE}">
      <dgm:prSet/>
      <dgm:spPr/>
      <dgm:t>
        <a:bodyPr/>
        <a:lstStyle/>
        <a:p>
          <a:endParaRPr lang="en-US"/>
        </a:p>
      </dgm:t>
    </dgm:pt>
    <dgm:pt modelId="{9D598F09-9013-450A-AF3F-9DDBC852EDC5}" type="sibTrans" cxnId="{8C3924C6-D927-41A9-B18B-FF9360F632AE}">
      <dgm:prSet/>
      <dgm:spPr/>
      <dgm:t>
        <a:bodyPr/>
        <a:lstStyle/>
        <a:p>
          <a:endParaRPr lang="en-US"/>
        </a:p>
      </dgm:t>
    </dgm:pt>
    <dgm:pt modelId="{2AD5B4D1-29C1-4773-A9DC-4DD6B94F7393}">
      <dgm:prSet/>
      <dgm:spPr/>
      <dgm:t>
        <a:bodyPr/>
        <a:lstStyle/>
        <a:p>
          <a:pPr>
            <a:defRPr cap="all"/>
          </a:pPr>
          <a:r>
            <a:rPr lang="en-US"/>
            <a:t>Short time window (2018–present) may miss longer historical trends.</a:t>
          </a:r>
        </a:p>
      </dgm:t>
    </dgm:pt>
    <dgm:pt modelId="{0A44F96E-9AA0-4D8E-A692-4F7AA7750C67}" type="parTrans" cxnId="{D12D189A-45AF-4C40-B861-E3695039BFA6}">
      <dgm:prSet/>
      <dgm:spPr/>
      <dgm:t>
        <a:bodyPr/>
        <a:lstStyle/>
        <a:p>
          <a:endParaRPr lang="en-US"/>
        </a:p>
      </dgm:t>
    </dgm:pt>
    <dgm:pt modelId="{633AF781-4C4A-44DA-9A36-F4F27BCF16CF}" type="sibTrans" cxnId="{D12D189A-45AF-4C40-B861-E3695039BFA6}">
      <dgm:prSet/>
      <dgm:spPr/>
      <dgm:t>
        <a:bodyPr/>
        <a:lstStyle/>
        <a:p>
          <a:endParaRPr lang="en-US"/>
        </a:p>
      </dgm:t>
    </dgm:pt>
    <dgm:pt modelId="{344AB695-C107-42A4-9CAB-DF7D3C8F1620}">
      <dgm:prSet/>
      <dgm:spPr/>
      <dgm:t>
        <a:bodyPr/>
        <a:lstStyle/>
        <a:p>
          <a:pPr>
            <a:defRPr cap="all"/>
          </a:pPr>
          <a:r>
            <a:rPr lang="en-US"/>
            <a:t>Future work: merge game outcomes with player stats, betting lines, attendance, and weather.</a:t>
          </a:r>
        </a:p>
      </dgm:t>
    </dgm:pt>
    <dgm:pt modelId="{3E92521E-8E9F-4007-ACE3-EA2E40185BD8}" type="parTrans" cxnId="{384C29CA-293A-4183-9187-A5966A2B613D}">
      <dgm:prSet/>
      <dgm:spPr/>
      <dgm:t>
        <a:bodyPr/>
        <a:lstStyle/>
        <a:p>
          <a:endParaRPr lang="en-US"/>
        </a:p>
      </dgm:t>
    </dgm:pt>
    <dgm:pt modelId="{C9056B2A-403E-4C76-BA46-179B4360A065}" type="sibTrans" cxnId="{384C29CA-293A-4183-9187-A5966A2B613D}">
      <dgm:prSet/>
      <dgm:spPr/>
      <dgm:t>
        <a:bodyPr/>
        <a:lstStyle/>
        <a:p>
          <a:endParaRPr lang="en-US"/>
        </a:p>
      </dgm:t>
    </dgm:pt>
    <dgm:pt modelId="{97A52B65-B716-4EAC-ACB6-8B069A2E093D}" type="pres">
      <dgm:prSet presAssocID="{B191FDA5-7B11-488F-B70A-3961AE1DEA67}" presName="root" presStyleCnt="0">
        <dgm:presLayoutVars>
          <dgm:dir/>
          <dgm:resizeHandles val="exact"/>
        </dgm:presLayoutVars>
      </dgm:prSet>
      <dgm:spPr/>
    </dgm:pt>
    <dgm:pt modelId="{C1D306C7-1075-4CBB-88D8-0FDD73E0A6F4}" type="pres">
      <dgm:prSet presAssocID="{1D655D82-6FB4-4D7F-8351-E576A701B25F}" presName="compNode" presStyleCnt="0"/>
      <dgm:spPr/>
    </dgm:pt>
    <dgm:pt modelId="{EAC2FFF4-2FED-4BE7-985B-842C2C6FB194}" type="pres">
      <dgm:prSet presAssocID="{1D655D82-6FB4-4D7F-8351-E576A701B25F}" presName="iconBgRect" presStyleLbl="bgShp" presStyleIdx="0" presStyleCnt="3"/>
      <dgm:spPr/>
    </dgm:pt>
    <dgm:pt modelId="{98792FA7-9CA1-4AE3-9D09-ADD26B11F30A}" type="pres">
      <dgm:prSet presAssocID="{1D655D82-6FB4-4D7F-8351-E576A701B25F}"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uscle Arm"/>
        </a:ext>
      </dgm:extLst>
    </dgm:pt>
    <dgm:pt modelId="{10D5E3D5-670F-4A4B-969F-2CBD7CC35CB2}" type="pres">
      <dgm:prSet presAssocID="{1D655D82-6FB4-4D7F-8351-E576A701B25F}" presName="spaceRect" presStyleCnt="0"/>
      <dgm:spPr/>
    </dgm:pt>
    <dgm:pt modelId="{019FE711-7368-4F83-A181-57233D81DA36}" type="pres">
      <dgm:prSet presAssocID="{1D655D82-6FB4-4D7F-8351-E576A701B25F}" presName="textRect" presStyleLbl="revTx" presStyleIdx="0" presStyleCnt="3">
        <dgm:presLayoutVars>
          <dgm:chMax val="1"/>
          <dgm:chPref val="1"/>
        </dgm:presLayoutVars>
      </dgm:prSet>
      <dgm:spPr/>
    </dgm:pt>
    <dgm:pt modelId="{0DFB6B41-B44F-4727-8F01-90322233D1DE}" type="pres">
      <dgm:prSet presAssocID="{9D598F09-9013-450A-AF3F-9DDBC852EDC5}" presName="sibTrans" presStyleCnt="0"/>
      <dgm:spPr/>
    </dgm:pt>
    <dgm:pt modelId="{4E0BB608-1A66-4ACE-A77B-BAB9FDF033F4}" type="pres">
      <dgm:prSet presAssocID="{2AD5B4D1-29C1-4773-A9DC-4DD6B94F7393}" presName="compNode" presStyleCnt="0"/>
      <dgm:spPr/>
    </dgm:pt>
    <dgm:pt modelId="{9E099665-CD15-484B-8AA8-63EB9958B291}" type="pres">
      <dgm:prSet presAssocID="{2AD5B4D1-29C1-4773-A9DC-4DD6B94F7393}" presName="iconBgRect" presStyleLbl="bgShp" presStyleIdx="1" presStyleCnt="3"/>
      <dgm:spPr/>
    </dgm:pt>
    <dgm:pt modelId="{819A0EA5-690E-4B7C-92AB-3298DD53B34E}" type="pres">
      <dgm:prSet presAssocID="{2AD5B4D1-29C1-4773-A9DC-4DD6B94F7393}"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ck"/>
        </a:ext>
      </dgm:extLst>
    </dgm:pt>
    <dgm:pt modelId="{3E898762-5CE1-4915-9110-0496B2311204}" type="pres">
      <dgm:prSet presAssocID="{2AD5B4D1-29C1-4773-A9DC-4DD6B94F7393}" presName="spaceRect" presStyleCnt="0"/>
      <dgm:spPr/>
    </dgm:pt>
    <dgm:pt modelId="{B6A6A369-754E-42CE-A4CA-72AD86E1B0C5}" type="pres">
      <dgm:prSet presAssocID="{2AD5B4D1-29C1-4773-A9DC-4DD6B94F7393}" presName="textRect" presStyleLbl="revTx" presStyleIdx="1" presStyleCnt="3">
        <dgm:presLayoutVars>
          <dgm:chMax val="1"/>
          <dgm:chPref val="1"/>
        </dgm:presLayoutVars>
      </dgm:prSet>
      <dgm:spPr/>
    </dgm:pt>
    <dgm:pt modelId="{B3DECEDF-9D9D-4C3D-BFA8-D8C925475D5D}" type="pres">
      <dgm:prSet presAssocID="{633AF781-4C4A-44DA-9A36-F4F27BCF16CF}" presName="sibTrans" presStyleCnt="0"/>
      <dgm:spPr/>
    </dgm:pt>
    <dgm:pt modelId="{18C5EB39-3780-46D5-9730-F1970CFC1C70}" type="pres">
      <dgm:prSet presAssocID="{344AB695-C107-42A4-9CAB-DF7D3C8F1620}" presName="compNode" presStyleCnt="0"/>
      <dgm:spPr/>
    </dgm:pt>
    <dgm:pt modelId="{FD2B9EE2-BB7E-4B41-BC43-3CE39C3DC68E}" type="pres">
      <dgm:prSet presAssocID="{344AB695-C107-42A4-9CAB-DF7D3C8F1620}" presName="iconBgRect" presStyleLbl="bgShp" presStyleIdx="2" presStyleCnt="3"/>
      <dgm:spPr/>
    </dgm:pt>
    <dgm:pt modelId="{D29306C8-AA65-458F-BC80-693F96FF51FF}" type="pres">
      <dgm:prSet presAssocID="{344AB695-C107-42A4-9CAB-DF7D3C8F162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laying Cards"/>
        </a:ext>
      </dgm:extLst>
    </dgm:pt>
    <dgm:pt modelId="{3A84DFDF-6238-4B50-8EAA-A508139DDFEB}" type="pres">
      <dgm:prSet presAssocID="{344AB695-C107-42A4-9CAB-DF7D3C8F1620}" presName="spaceRect" presStyleCnt="0"/>
      <dgm:spPr/>
    </dgm:pt>
    <dgm:pt modelId="{AC3CA410-D9C1-481A-B96E-5F6CAAD14508}" type="pres">
      <dgm:prSet presAssocID="{344AB695-C107-42A4-9CAB-DF7D3C8F1620}" presName="textRect" presStyleLbl="revTx" presStyleIdx="2" presStyleCnt="3">
        <dgm:presLayoutVars>
          <dgm:chMax val="1"/>
          <dgm:chPref val="1"/>
        </dgm:presLayoutVars>
      </dgm:prSet>
      <dgm:spPr/>
    </dgm:pt>
  </dgm:ptLst>
  <dgm:cxnLst>
    <dgm:cxn modelId="{3E914E25-9EF5-43F3-BD87-E9CD62A3DA75}" type="presOf" srcId="{B191FDA5-7B11-488F-B70A-3961AE1DEA67}" destId="{97A52B65-B716-4EAC-ACB6-8B069A2E093D}" srcOrd="0" destOrd="0" presId="urn:microsoft.com/office/officeart/2018/5/layout/IconCircleLabelList"/>
    <dgm:cxn modelId="{D12D189A-45AF-4C40-B861-E3695039BFA6}" srcId="{B191FDA5-7B11-488F-B70A-3961AE1DEA67}" destId="{2AD5B4D1-29C1-4773-A9DC-4DD6B94F7393}" srcOrd="1" destOrd="0" parTransId="{0A44F96E-9AA0-4D8E-A692-4F7AA7750C67}" sibTransId="{633AF781-4C4A-44DA-9A36-F4F27BCF16CF}"/>
    <dgm:cxn modelId="{BC2C5DB0-CF7B-4AA2-87AC-41D134E23E6E}" type="presOf" srcId="{1D655D82-6FB4-4D7F-8351-E576A701B25F}" destId="{019FE711-7368-4F83-A181-57233D81DA36}" srcOrd="0" destOrd="0" presId="urn:microsoft.com/office/officeart/2018/5/layout/IconCircleLabelList"/>
    <dgm:cxn modelId="{8C3924C6-D927-41A9-B18B-FF9360F632AE}" srcId="{B191FDA5-7B11-488F-B70A-3961AE1DEA67}" destId="{1D655D82-6FB4-4D7F-8351-E576A701B25F}" srcOrd="0" destOrd="0" parTransId="{F9257C03-19D9-4A88-8472-02AB6510DD55}" sibTransId="{9D598F09-9013-450A-AF3F-9DDBC852EDC5}"/>
    <dgm:cxn modelId="{384C29CA-293A-4183-9187-A5966A2B613D}" srcId="{B191FDA5-7B11-488F-B70A-3961AE1DEA67}" destId="{344AB695-C107-42A4-9CAB-DF7D3C8F1620}" srcOrd="2" destOrd="0" parTransId="{3E92521E-8E9F-4007-ACE3-EA2E40185BD8}" sibTransId="{C9056B2A-403E-4C76-BA46-179B4360A065}"/>
    <dgm:cxn modelId="{64F6A4D4-C02A-42DC-B8BB-2854E7587595}" type="presOf" srcId="{344AB695-C107-42A4-9CAB-DF7D3C8F1620}" destId="{AC3CA410-D9C1-481A-B96E-5F6CAAD14508}" srcOrd="0" destOrd="0" presId="urn:microsoft.com/office/officeart/2018/5/layout/IconCircleLabelList"/>
    <dgm:cxn modelId="{AA76C2D9-85F5-4FE4-BC49-894377354C58}" type="presOf" srcId="{2AD5B4D1-29C1-4773-A9DC-4DD6B94F7393}" destId="{B6A6A369-754E-42CE-A4CA-72AD86E1B0C5}" srcOrd="0" destOrd="0" presId="urn:microsoft.com/office/officeart/2018/5/layout/IconCircleLabelList"/>
    <dgm:cxn modelId="{ECB2C017-9CFC-468D-9885-A0B61EA900DD}" type="presParOf" srcId="{97A52B65-B716-4EAC-ACB6-8B069A2E093D}" destId="{C1D306C7-1075-4CBB-88D8-0FDD73E0A6F4}" srcOrd="0" destOrd="0" presId="urn:microsoft.com/office/officeart/2018/5/layout/IconCircleLabelList"/>
    <dgm:cxn modelId="{F1F6D3BA-D2E5-4302-9ACE-718814AFF058}" type="presParOf" srcId="{C1D306C7-1075-4CBB-88D8-0FDD73E0A6F4}" destId="{EAC2FFF4-2FED-4BE7-985B-842C2C6FB194}" srcOrd="0" destOrd="0" presId="urn:microsoft.com/office/officeart/2018/5/layout/IconCircleLabelList"/>
    <dgm:cxn modelId="{8C782149-2644-4FCC-9DB3-89989A422FFA}" type="presParOf" srcId="{C1D306C7-1075-4CBB-88D8-0FDD73E0A6F4}" destId="{98792FA7-9CA1-4AE3-9D09-ADD26B11F30A}" srcOrd="1" destOrd="0" presId="urn:microsoft.com/office/officeart/2018/5/layout/IconCircleLabelList"/>
    <dgm:cxn modelId="{8FEAE2F1-4468-4E7A-8EDE-C1F73CFC4731}" type="presParOf" srcId="{C1D306C7-1075-4CBB-88D8-0FDD73E0A6F4}" destId="{10D5E3D5-670F-4A4B-969F-2CBD7CC35CB2}" srcOrd="2" destOrd="0" presId="urn:microsoft.com/office/officeart/2018/5/layout/IconCircleLabelList"/>
    <dgm:cxn modelId="{80F54BAF-4090-4D29-9FE2-809B2C619DBF}" type="presParOf" srcId="{C1D306C7-1075-4CBB-88D8-0FDD73E0A6F4}" destId="{019FE711-7368-4F83-A181-57233D81DA36}" srcOrd="3" destOrd="0" presId="urn:microsoft.com/office/officeart/2018/5/layout/IconCircleLabelList"/>
    <dgm:cxn modelId="{FBCCE7F3-247E-4466-9E84-7D54E87A4CDE}" type="presParOf" srcId="{97A52B65-B716-4EAC-ACB6-8B069A2E093D}" destId="{0DFB6B41-B44F-4727-8F01-90322233D1DE}" srcOrd="1" destOrd="0" presId="urn:microsoft.com/office/officeart/2018/5/layout/IconCircleLabelList"/>
    <dgm:cxn modelId="{2CE63070-22F2-42E3-9B30-381615F44BDE}" type="presParOf" srcId="{97A52B65-B716-4EAC-ACB6-8B069A2E093D}" destId="{4E0BB608-1A66-4ACE-A77B-BAB9FDF033F4}" srcOrd="2" destOrd="0" presId="urn:microsoft.com/office/officeart/2018/5/layout/IconCircleLabelList"/>
    <dgm:cxn modelId="{1B163F47-7362-484D-A848-E72E1BA01C49}" type="presParOf" srcId="{4E0BB608-1A66-4ACE-A77B-BAB9FDF033F4}" destId="{9E099665-CD15-484B-8AA8-63EB9958B291}" srcOrd="0" destOrd="0" presId="urn:microsoft.com/office/officeart/2018/5/layout/IconCircleLabelList"/>
    <dgm:cxn modelId="{6D7B9561-4DBA-4865-A30A-4B047FA95225}" type="presParOf" srcId="{4E0BB608-1A66-4ACE-A77B-BAB9FDF033F4}" destId="{819A0EA5-690E-4B7C-92AB-3298DD53B34E}" srcOrd="1" destOrd="0" presId="urn:microsoft.com/office/officeart/2018/5/layout/IconCircleLabelList"/>
    <dgm:cxn modelId="{D6097BD0-E886-4452-BE4F-8D1C28068678}" type="presParOf" srcId="{4E0BB608-1A66-4ACE-A77B-BAB9FDF033F4}" destId="{3E898762-5CE1-4915-9110-0496B2311204}" srcOrd="2" destOrd="0" presId="urn:microsoft.com/office/officeart/2018/5/layout/IconCircleLabelList"/>
    <dgm:cxn modelId="{630B34F6-7B04-4513-9595-9C8E72941FC1}" type="presParOf" srcId="{4E0BB608-1A66-4ACE-A77B-BAB9FDF033F4}" destId="{B6A6A369-754E-42CE-A4CA-72AD86E1B0C5}" srcOrd="3" destOrd="0" presId="urn:microsoft.com/office/officeart/2018/5/layout/IconCircleLabelList"/>
    <dgm:cxn modelId="{B4523159-36CF-42F4-A9EB-AD0F7672885D}" type="presParOf" srcId="{97A52B65-B716-4EAC-ACB6-8B069A2E093D}" destId="{B3DECEDF-9D9D-4C3D-BFA8-D8C925475D5D}" srcOrd="3" destOrd="0" presId="urn:microsoft.com/office/officeart/2018/5/layout/IconCircleLabelList"/>
    <dgm:cxn modelId="{38E417B7-9FEB-4C87-A01E-6F4D25917E6C}" type="presParOf" srcId="{97A52B65-B716-4EAC-ACB6-8B069A2E093D}" destId="{18C5EB39-3780-46D5-9730-F1970CFC1C70}" srcOrd="4" destOrd="0" presId="urn:microsoft.com/office/officeart/2018/5/layout/IconCircleLabelList"/>
    <dgm:cxn modelId="{C96A322D-2744-460C-814D-0495B9925962}" type="presParOf" srcId="{18C5EB39-3780-46D5-9730-F1970CFC1C70}" destId="{FD2B9EE2-BB7E-4B41-BC43-3CE39C3DC68E}" srcOrd="0" destOrd="0" presId="urn:microsoft.com/office/officeart/2018/5/layout/IconCircleLabelList"/>
    <dgm:cxn modelId="{9CA26146-4CE6-4BEB-8798-D965E8F93E30}" type="presParOf" srcId="{18C5EB39-3780-46D5-9730-F1970CFC1C70}" destId="{D29306C8-AA65-458F-BC80-693F96FF51FF}" srcOrd="1" destOrd="0" presId="urn:microsoft.com/office/officeart/2018/5/layout/IconCircleLabelList"/>
    <dgm:cxn modelId="{20E37192-8156-4A2A-87D1-A99CFA96F3DB}" type="presParOf" srcId="{18C5EB39-3780-46D5-9730-F1970CFC1C70}" destId="{3A84DFDF-6238-4B50-8EAA-A508139DDFEB}" srcOrd="2" destOrd="0" presId="urn:microsoft.com/office/officeart/2018/5/layout/IconCircleLabelList"/>
    <dgm:cxn modelId="{89A68692-7760-40E1-824D-52E2F20C8331}" type="presParOf" srcId="{18C5EB39-3780-46D5-9730-F1970CFC1C70}" destId="{AC3CA410-D9C1-481A-B96E-5F6CAAD14508}"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0612E8-6567-4BEE-864B-419003C5600A}">
      <dsp:nvSpPr>
        <dsp:cNvPr id="0" name=""/>
        <dsp:cNvSpPr/>
      </dsp:nvSpPr>
      <dsp:spPr>
        <a:xfrm>
          <a:off x="426530" y="28723"/>
          <a:ext cx="976563" cy="976563"/>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BF6D17B-7888-448D-B0E5-C81FF7740E5D}">
      <dsp:nvSpPr>
        <dsp:cNvPr id="0" name=""/>
        <dsp:cNvSpPr/>
      </dsp:nvSpPr>
      <dsp:spPr>
        <a:xfrm>
          <a:off x="631609" y="233801"/>
          <a:ext cx="566406" cy="56640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FB63783-3CC8-44B7-AAF1-09083AA4BADB}">
      <dsp:nvSpPr>
        <dsp:cNvPr id="0" name=""/>
        <dsp:cNvSpPr/>
      </dsp:nvSpPr>
      <dsp:spPr>
        <a:xfrm>
          <a:off x="1612357" y="28723"/>
          <a:ext cx="2301898" cy="9765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US" sz="2000" kern="1200"/>
            <a:t>Understanding Home-Field Advantage</a:t>
          </a:r>
        </a:p>
      </dsp:txBody>
      <dsp:txXfrm>
        <a:off x="1612357" y="28723"/>
        <a:ext cx="2301898" cy="976563"/>
      </dsp:txXfrm>
    </dsp:sp>
    <dsp:sp modelId="{9A98D452-EA22-4A50-8D57-AFA3DE5B95C8}">
      <dsp:nvSpPr>
        <dsp:cNvPr id="0" name=""/>
        <dsp:cNvSpPr/>
      </dsp:nvSpPr>
      <dsp:spPr>
        <a:xfrm>
          <a:off x="4315344" y="28723"/>
          <a:ext cx="976563" cy="976563"/>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16CD514-5CA7-4058-8199-FCDDA47F2DCA}">
      <dsp:nvSpPr>
        <dsp:cNvPr id="0" name=""/>
        <dsp:cNvSpPr/>
      </dsp:nvSpPr>
      <dsp:spPr>
        <a:xfrm>
          <a:off x="4520422" y="233801"/>
          <a:ext cx="566406" cy="56640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CEE75AA-1D20-432C-94B2-2A537FA211BF}">
      <dsp:nvSpPr>
        <dsp:cNvPr id="0" name=""/>
        <dsp:cNvSpPr/>
      </dsp:nvSpPr>
      <dsp:spPr>
        <a:xfrm>
          <a:off x="5501170" y="28723"/>
          <a:ext cx="2301898" cy="9765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US" sz="2000" kern="1200"/>
            <a:t>Data &amp; Method</a:t>
          </a:r>
        </a:p>
      </dsp:txBody>
      <dsp:txXfrm>
        <a:off x="5501170" y="28723"/>
        <a:ext cx="2301898" cy="976563"/>
      </dsp:txXfrm>
    </dsp:sp>
    <dsp:sp modelId="{E8A0BEC3-C918-4FC7-915C-B6E53F99279D}">
      <dsp:nvSpPr>
        <dsp:cNvPr id="0" name=""/>
        <dsp:cNvSpPr/>
      </dsp:nvSpPr>
      <dsp:spPr>
        <a:xfrm>
          <a:off x="426530" y="1774700"/>
          <a:ext cx="976563" cy="976563"/>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2AE2557-1814-43C6-BE13-0888AA142BC6}">
      <dsp:nvSpPr>
        <dsp:cNvPr id="0" name=""/>
        <dsp:cNvSpPr/>
      </dsp:nvSpPr>
      <dsp:spPr>
        <a:xfrm>
          <a:off x="631609" y="1979778"/>
          <a:ext cx="566406" cy="56640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A8BBB41-0E3F-4155-A1F0-CDE5C04B23A6}">
      <dsp:nvSpPr>
        <dsp:cNvPr id="0" name=""/>
        <dsp:cNvSpPr/>
      </dsp:nvSpPr>
      <dsp:spPr>
        <a:xfrm>
          <a:off x="1612357" y="1774700"/>
          <a:ext cx="2301898" cy="9765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US" sz="2000" kern="1200"/>
            <a:t>Key Results &amp; Visualizations</a:t>
          </a:r>
        </a:p>
      </dsp:txBody>
      <dsp:txXfrm>
        <a:off x="1612357" y="1774700"/>
        <a:ext cx="2301898" cy="976563"/>
      </dsp:txXfrm>
    </dsp:sp>
    <dsp:sp modelId="{6D85A3CD-B4C6-41CD-9952-458329D70D4B}">
      <dsp:nvSpPr>
        <dsp:cNvPr id="0" name=""/>
        <dsp:cNvSpPr/>
      </dsp:nvSpPr>
      <dsp:spPr>
        <a:xfrm>
          <a:off x="4315344" y="1774700"/>
          <a:ext cx="976563" cy="976563"/>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55DC0F6-F1CC-405E-A366-0A25931FF0F5}">
      <dsp:nvSpPr>
        <dsp:cNvPr id="0" name=""/>
        <dsp:cNvSpPr/>
      </dsp:nvSpPr>
      <dsp:spPr>
        <a:xfrm>
          <a:off x="4520422" y="1979778"/>
          <a:ext cx="566406" cy="56640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F1A2F93-42F1-445D-937B-8BC7A2F7C74C}">
      <dsp:nvSpPr>
        <dsp:cNvPr id="0" name=""/>
        <dsp:cNvSpPr/>
      </dsp:nvSpPr>
      <dsp:spPr>
        <a:xfrm>
          <a:off x="5501170" y="1774700"/>
          <a:ext cx="2301898" cy="9765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US" sz="2000" kern="1200"/>
            <a:t>Business Insights &amp; Recommendations</a:t>
          </a:r>
        </a:p>
      </dsp:txBody>
      <dsp:txXfrm>
        <a:off x="5501170" y="1774700"/>
        <a:ext cx="2301898" cy="976563"/>
      </dsp:txXfrm>
    </dsp:sp>
    <dsp:sp modelId="{2D9410DD-1B66-4967-8E0B-50646CC936EF}">
      <dsp:nvSpPr>
        <dsp:cNvPr id="0" name=""/>
        <dsp:cNvSpPr/>
      </dsp:nvSpPr>
      <dsp:spPr>
        <a:xfrm>
          <a:off x="426530" y="3520676"/>
          <a:ext cx="976563" cy="976563"/>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F11F998-768D-4649-8367-977DCB15FDA2}">
      <dsp:nvSpPr>
        <dsp:cNvPr id="0" name=""/>
        <dsp:cNvSpPr/>
      </dsp:nvSpPr>
      <dsp:spPr>
        <a:xfrm>
          <a:off x="631609" y="3725754"/>
          <a:ext cx="566406" cy="56640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BD99BF6-A79C-40C4-A99E-97B2B1E1977E}">
      <dsp:nvSpPr>
        <dsp:cNvPr id="0" name=""/>
        <dsp:cNvSpPr/>
      </dsp:nvSpPr>
      <dsp:spPr>
        <a:xfrm>
          <a:off x="1612357" y="3520676"/>
          <a:ext cx="2301898" cy="9765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US" sz="2000" kern="1200"/>
            <a:t>GitHub Project Structure &amp; Next Steps</a:t>
          </a:r>
        </a:p>
      </dsp:txBody>
      <dsp:txXfrm>
        <a:off x="1612357" y="3520676"/>
        <a:ext cx="2301898" cy="97656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793E02-F570-4867-B9FC-2326833F8AD2}">
      <dsp:nvSpPr>
        <dsp:cNvPr id="0" name=""/>
        <dsp:cNvSpPr/>
      </dsp:nvSpPr>
      <dsp:spPr>
        <a:xfrm>
          <a:off x="376435" y="1016402"/>
          <a:ext cx="1098000" cy="109800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FF4C30D-7AE7-427B-ABA1-F55AF50CE29E}">
      <dsp:nvSpPr>
        <dsp:cNvPr id="0" name=""/>
        <dsp:cNvSpPr/>
      </dsp:nvSpPr>
      <dsp:spPr>
        <a:xfrm>
          <a:off x="610435" y="1250402"/>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6C2B013-31C8-4673-A77B-4FD687C51AD3}">
      <dsp:nvSpPr>
        <dsp:cNvPr id="0" name=""/>
        <dsp:cNvSpPr/>
      </dsp:nvSpPr>
      <dsp:spPr>
        <a:xfrm>
          <a:off x="25435" y="24564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kern="1200"/>
            <a:t>Home-field advantage means teams perform better at home than away.</a:t>
          </a:r>
        </a:p>
      </dsp:txBody>
      <dsp:txXfrm>
        <a:off x="25435" y="2456402"/>
        <a:ext cx="1800000" cy="720000"/>
      </dsp:txXfrm>
    </dsp:sp>
    <dsp:sp modelId="{7F679577-792F-496D-A7C5-BB0DC636FEC1}">
      <dsp:nvSpPr>
        <dsp:cNvPr id="0" name=""/>
        <dsp:cNvSpPr/>
      </dsp:nvSpPr>
      <dsp:spPr>
        <a:xfrm>
          <a:off x="2491435" y="1016402"/>
          <a:ext cx="1098000" cy="1098000"/>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538760C-7394-40B3-9425-76C19FE30BFD}">
      <dsp:nvSpPr>
        <dsp:cNvPr id="0" name=""/>
        <dsp:cNvSpPr/>
      </dsp:nvSpPr>
      <dsp:spPr>
        <a:xfrm>
          <a:off x="2725435" y="1250402"/>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F832F9D-43C9-4CC2-8C03-7C203461D8A3}">
      <dsp:nvSpPr>
        <dsp:cNvPr id="0" name=""/>
        <dsp:cNvSpPr/>
      </dsp:nvSpPr>
      <dsp:spPr>
        <a:xfrm>
          <a:off x="2140435" y="24564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kern="1200"/>
            <a:t>Possible drivers: fan support, travel fatigue, stadium familiarity, referee bias.</a:t>
          </a:r>
        </a:p>
      </dsp:txBody>
      <dsp:txXfrm>
        <a:off x="2140435" y="2456402"/>
        <a:ext cx="1800000" cy="720000"/>
      </dsp:txXfrm>
    </dsp:sp>
    <dsp:sp modelId="{B4FA39D2-3E47-436E-9F9E-9BF2EA11BBD3}">
      <dsp:nvSpPr>
        <dsp:cNvPr id="0" name=""/>
        <dsp:cNvSpPr/>
      </dsp:nvSpPr>
      <dsp:spPr>
        <a:xfrm>
          <a:off x="4606435" y="1016402"/>
          <a:ext cx="1098000" cy="1098000"/>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B753F53-DD71-4B4F-B454-544A43F59442}">
      <dsp:nvSpPr>
        <dsp:cNvPr id="0" name=""/>
        <dsp:cNvSpPr/>
      </dsp:nvSpPr>
      <dsp:spPr>
        <a:xfrm>
          <a:off x="4840435" y="1250402"/>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0997D99-C691-4CFD-A0CC-4A2E4A16D035}">
      <dsp:nvSpPr>
        <dsp:cNvPr id="0" name=""/>
        <dsp:cNvSpPr/>
      </dsp:nvSpPr>
      <dsp:spPr>
        <a:xfrm>
          <a:off x="4255435" y="24564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kern="1200"/>
            <a:t>In the NFL this affects team strategy, playoff seeding, and betting markets.</a:t>
          </a:r>
        </a:p>
      </dsp:txBody>
      <dsp:txXfrm>
        <a:off x="4255435" y="2456402"/>
        <a:ext cx="1800000" cy="720000"/>
      </dsp:txXfrm>
    </dsp:sp>
    <dsp:sp modelId="{BE787120-9953-4571-9DAB-1DDCF9F8DCC6}">
      <dsp:nvSpPr>
        <dsp:cNvPr id="0" name=""/>
        <dsp:cNvSpPr/>
      </dsp:nvSpPr>
      <dsp:spPr>
        <a:xfrm>
          <a:off x="6721435" y="1016402"/>
          <a:ext cx="1098000" cy="1098000"/>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C638706-CC07-4D77-A78B-C3CB1FA47B57}">
      <dsp:nvSpPr>
        <dsp:cNvPr id="0" name=""/>
        <dsp:cNvSpPr/>
      </dsp:nvSpPr>
      <dsp:spPr>
        <a:xfrm>
          <a:off x="6955435" y="1250402"/>
          <a:ext cx="630000" cy="63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BA87393-2374-4BAF-BF08-510FE138B4A5}">
      <dsp:nvSpPr>
        <dsp:cNvPr id="0" name=""/>
        <dsp:cNvSpPr/>
      </dsp:nvSpPr>
      <dsp:spPr>
        <a:xfrm>
          <a:off x="6370435" y="24564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kern="1200"/>
            <a:t>We focus on whether this advantage still exists in the modern NFL (2018–present).</a:t>
          </a:r>
        </a:p>
      </dsp:txBody>
      <dsp:txXfrm>
        <a:off x="6370435" y="2456402"/>
        <a:ext cx="1800000"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941F9C-FC63-4876-AC8C-6379E6C6F638}">
      <dsp:nvSpPr>
        <dsp:cNvPr id="0" name=""/>
        <dsp:cNvSpPr/>
      </dsp:nvSpPr>
      <dsp:spPr>
        <a:xfrm>
          <a:off x="0" y="1808"/>
          <a:ext cx="7886700" cy="91661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E41A590-AAB9-4B19-BFCB-D4E683A69E04}">
      <dsp:nvSpPr>
        <dsp:cNvPr id="0" name=""/>
        <dsp:cNvSpPr/>
      </dsp:nvSpPr>
      <dsp:spPr>
        <a:xfrm>
          <a:off x="277275" y="208046"/>
          <a:ext cx="504136" cy="50413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2D24DDB-19F7-4299-9E82-8740DB385ED3}">
      <dsp:nvSpPr>
        <dsp:cNvPr id="0" name=""/>
        <dsp:cNvSpPr/>
      </dsp:nvSpPr>
      <dsp:spPr>
        <a:xfrm>
          <a:off x="1058686" y="1808"/>
          <a:ext cx="68280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977900">
            <a:lnSpc>
              <a:spcPct val="90000"/>
            </a:lnSpc>
            <a:spcBef>
              <a:spcPct val="0"/>
            </a:spcBef>
            <a:spcAft>
              <a:spcPct val="35000"/>
            </a:spcAft>
            <a:buNone/>
          </a:pPr>
          <a:r>
            <a:rPr lang="en-US" sz="2200" kern="1200"/>
            <a:t>Teams: Plan travel, rest, and game strategy differently for home vs. away.</a:t>
          </a:r>
        </a:p>
      </dsp:txBody>
      <dsp:txXfrm>
        <a:off x="1058686" y="1808"/>
        <a:ext cx="6828013" cy="916611"/>
      </dsp:txXfrm>
    </dsp:sp>
    <dsp:sp modelId="{04F66FE1-EBC0-418A-9D8B-0F8A6D691C19}">
      <dsp:nvSpPr>
        <dsp:cNvPr id="0" name=""/>
        <dsp:cNvSpPr/>
      </dsp:nvSpPr>
      <dsp:spPr>
        <a:xfrm>
          <a:off x="0" y="1147573"/>
          <a:ext cx="7886700" cy="91661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7763814-E9FB-4096-9E0B-4FF32587671E}">
      <dsp:nvSpPr>
        <dsp:cNvPr id="0" name=""/>
        <dsp:cNvSpPr/>
      </dsp:nvSpPr>
      <dsp:spPr>
        <a:xfrm>
          <a:off x="277275" y="1353811"/>
          <a:ext cx="504136" cy="50413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FFA27AB-608E-4685-943F-4F4D213EEF2B}">
      <dsp:nvSpPr>
        <dsp:cNvPr id="0" name=""/>
        <dsp:cNvSpPr/>
      </dsp:nvSpPr>
      <dsp:spPr>
        <a:xfrm>
          <a:off x="1058686" y="1147573"/>
          <a:ext cx="68280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977900">
            <a:lnSpc>
              <a:spcPct val="90000"/>
            </a:lnSpc>
            <a:spcBef>
              <a:spcPct val="0"/>
            </a:spcBef>
            <a:spcAft>
              <a:spcPct val="35000"/>
            </a:spcAft>
            <a:buNone/>
          </a:pPr>
          <a:r>
            <a:rPr lang="en-US" sz="2200" kern="1200"/>
            <a:t>League: Schedule games and design rules to keep competition fair and exciting.</a:t>
          </a:r>
        </a:p>
      </dsp:txBody>
      <dsp:txXfrm>
        <a:off x="1058686" y="1147573"/>
        <a:ext cx="6828013" cy="916611"/>
      </dsp:txXfrm>
    </dsp:sp>
    <dsp:sp modelId="{D88A490A-CD5A-47FA-9BCA-E69D78BFEA10}">
      <dsp:nvSpPr>
        <dsp:cNvPr id="0" name=""/>
        <dsp:cNvSpPr/>
      </dsp:nvSpPr>
      <dsp:spPr>
        <a:xfrm>
          <a:off x="0" y="2293338"/>
          <a:ext cx="7886700" cy="91661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68AFA94-31B8-4FDB-AF69-2CA8C2A1C379}">
      <dsp:nvSpPr>
        <dsp:cNvPr id="0" name=""/>
        <dsp:cNvSpPr/>
      </dsp:nvSpPr>
      <dsp:spPr>
        <a:xfrm>
          <a:off x="277275" y="2499576"/>
          <a:ext cx="504136" cy="50413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87BAF92-5722-4B49-B837-6D5B92793D5A}">
      <dsp:nvSpPr>
        <dsp:cNvPr id="0" name=""/>
        <dsp:cNvSpPr/>
      </dsp:nvSpPr>
      <dsp:spPr>
        <a:xfrm>
          <a:off x="1058686" y="2293338"/>
          <a:ext cx="68280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977900">
            <a:lnSpc>
              <a:spcPct val="90000"/>
            </a:lnSpc>
            <a:spcBef>
              <a:spcPct val="0"/>
            </a:spcBef>
            <a:spcAft>
              <a:spcPct val="35000"/>
            </a:spcAft>
            <a:buNone/>
          </a:pPr>
          <a:r>
            <a:rPr lang="en-US" sz="2200" kern="1200"/>
            <a:t>Sportsbooks &amp; Bettors: Set and evaluate betting lines that include home-field effects.</a:t>
          </a:r>
        </a:p>
      </dsp:txBody>
      <dsp:txXfrm>
        <a:off x="1058686" y="2293338"/>
        <a:ext cx="6828013" cy="916611"/>
      </dsp:txXfrm>
    </dsp:sp>
    <dsp:sp modelId="{22AAC63D-FD00-4171-A482-9A841577359A}">
      <dsp:nvSpPr>
        <dsp:cNvPr id="0" name=""/>
        <dsp:cNvSpPr/>
      </dsp:nvSpPr>
      <dsp:spPr>
        <a:xfrm>
          <a:off x="0" y="3439103"/>
          <a:ext cx="7886700" cy="91661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0BBEBFB-9E35-4DA6-9528-F09982EBCD50}">
      <dsp:nvSpPr>
        <dsp:cNvPr id="0" name=""/>
        <dsp:cNvSpPr/>
      </dsp:nvSpPr>
      <dsp:spPr>
        <a:xfrm>
          <a:off x="277275" y="3645341"/>
          <a:ext cx="504136" cy="50413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FBB95FC-9EB4-44B4-ABAE-79EF94ACA4DE}">
      <dsp:nvSpPr>
        <dsp:cNvPr id="0" name=""/>
        <dsp:cNvSpPr/>
      </dsp:nvSpPr>
      <dsp:spPr>
        <a:xfrm>
          <a:off x="1058686" y="3439103"/>
          <a:ext cx="68280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977900">
            <a:lnSpc>
              <a:spcPct val="90000"/>
            </a:lnSpc>
            <a:spcBef>
              <a:spcPct val="0"/>
            </a:spcBef>
            <a:spcAft>
              <a:spcPct val="35000"/>
            </a:spcAft>
            <a:buNone/>
          </a:pPr>
          <a:r>
            <a:rPr lang="en-US" sz="2200" kern="1200"/>
            <a:t>Analytics &amp; Data Roles: Use real game data for predictive models and decision making.</a:t>
          </a:r>
        </a:p>
      </dsp:txBody>
      <dsp:txXfrm>
        <a:off x="1058686" y="3439103"/>
        <a:ext cx="6828013" cy="91661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4FBE8E-640A-4AAD-B292-4C8497EA83F2}">
      <dsp:nvSpPr>
        <dsp:cNvPr id="0" name=""/>
        <dsp:cNvSpPr/>
      </dsp:nvSpPr>
      <dsp:spPr>
        <a:xfrm>
          <a:off x="827085" y="211"/>
          <a:ext cx="965039" cy="965039"/>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304C856-7CB9-4AE1-BC3B-3C48E0093A5C}">
      <dsp:nvSpPr>
        <dsp:cNvPr id="0" name=""/>
        <dsp:cNvSpPr/>
      </dsp:nvSpPr>
      <dsp:spPr>
        <a:xfrm>
          <a:off x="1032749" y="205875"/>
          <a:ext cx="553710" cy="55371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B853A91-1696-4E6C-9303-8AF68B48357B}">
      <dsp:nvSpPr>
        <dsp:cNvPr id="0" name=""/>
        <dsp:cNvSpPr/>
      </dsp:nvSpPr>
      <dsp:spPr>
        <a:xfrm>
          <a:off x="518589" y="1265836"/>
          <a:ext cx="1582031" cy="632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season – season year (2018, 2019, …).</a:t>
          </a:r>
        </a:p>
      </dsp:txBody>
      <dsp:txXfrm>
        <a:off x="518589" y="1265836"/>
        <a:ext cx="1582031" cy="632812"/>
      </dsp:txXfrm>
    </dsp:sp>
    <dsp:sp modelId="{0EEF73C9-C117-43E1-9D99-82E2EFE11E40}">
      <dsp:nvSpPr>
        <dsp:cNvPr id="0" name=""/>
        <dsp:cNvSpPr/>
      </dsp:nvSpPr>
      <dsp:spPr>
        <a:xfrm>
          <a:off x="2685972" y="211"/>
          <a:ext cx="965039" cy="965039"/>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5453272-D191-4E78-BC20-4EC80DA37AD9}">
      <dsp:nvSpPr>
        <dsp:cNvPr id="0" name=""/>
        <dsp:cNvSpPr/>
      </dsp:nvSpPr>
      <dsp:spPr>
        <a:xfrm>
          <a:off x="2891636" y="205875"/>
          <a:ext cx="553710" cy="55371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45EBB85-2146-473E-936F-1C35AFB81CEC}">
      <dsp:nvSpPr>
        <dsp:cNvPr id="0" name=""/>
        <dsp:cNvSpPr/>
      </dsp:nvSpPr>
      <dsp:spPr>
        <a:xfrm>
          <a:off x="2377476" y="1265836"/>
          <a:ext cx="1582031" cy="632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game_id – unique identifier for each game.</a:t>
          </a:r>
        </a:p>
      </dsp:txBody>
      <dsp:txXfrm>
        <a:off x="2377476" y="1265836"/>
        <a:ext cx="1582031" cy="632812"/>
      </dsp:txXfrm>
    </dsp:sp>
    <dsp:sp modelId="{5B63ADAD-4770-4B91-A017-942A1519E57F}">
      <dsp:nvSpPr>
        <dsp:cNvPr id="0" name=""/>
        <dsp:cNvSpPr/>
      </dsp:nvSpPr>
      <dsp:spPr>
        <a:xfrm>
          <a:off x="4544859" y="211"/>
          <a:ext cx="965039" cy="965039"/>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3ADE040-C619-4DF0-9713-F0CEE18FD25F}">
      <dsp:nvSpPr>
        <dsp:cNvPr id="0" name=""/>
        <dsp:cNvSpPr/>
      </dsp:nvSpPr>
      <dsp:spPr>
        <a:xfrm>
          <a:off x="4750523" y="205875"/>
          <a:ext cx="553710" cy="55371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29B870E-0237-45B4-8B1A-82F52CBC3F81}">
      <dsp:nvSpPr>
        <dsp:cNvPr id="0" name=""/>
        <dsp:cNvSpPr/>
      </dsp:nvSpPr>
      <dsp:spPr>
        <a:xfrm>
          <a:off x="4236363" y="1265836"/>
          <a:ext cx="1582031" cy="632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game_type – REG (regular), WC, DIV, CON, SB (playoffs).</a:t>
          </a:r>
        </a:p>
      </dsp:txBody>
      <dsp:txXfrm>
        <a:off x="4236363" y="1265836"/>
        <a:ext cx="1582031" cy="632812"/>
      </dsp:txXfrm>
    </dsp:sp>
    <dsp:sp modelId="{9EB1ECF4-53E2-4F86-BFCC-C3F0B8270C22}">
      <dsp:nvSpPr>
        <dsp:cNvPr id="0" name=""/>
        <dsp:cNvSpPr/>
      </dsp:nvSpPr>
      <dsp:spPr>
        <a:xfrm>
          <a:off x="6403746" y="211"/>
          <a:ext cx="965039" cy="965039"/>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9413887-30FC-4611-B5AA-1AD3CE7D0512}">
      <dsp:nvSpPr>
        <dsp:cNvPr id="0" name=""/>
        <dsp:cNvSpPr/>
      </dsp:nvSpPr>
      <dsp:spPr>
        <a:xfrm>
          <a:off x="6609410" y="205875"/>
          <a:ext cx="553710" cy="55371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FB5E197-CF34-43DF-A744-F5A139F48E7A}">
      <dsp:nvSpPr>
        <dsp:cNvPr id="0" name=""/>
        <dsp:cNvSpPr/>
      </dsp:nvSpPr>
      <dsp:spPr>
        <a:xfrm>
          <a:off x="6095249" y="1265836"/>
          <a:ext cx="1582031" cy="632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week – week number (regular and into playoffs).</a:t>
          </a:r>
        </a:p>
      </dsp:txBody>
      <dsp:txXfrm>
        <a:off x="6095249" y="1265836"/>
        <a:ext cx="1582031" cy="632812"/>
      </dsp:txXfrm>
    </dsp:sp>
    <dsp:sp modelId="{CE948F6A-5D9F-49D7-9EFC-10D465099BB5}">
      <dsp:nvSpPr>
        <dsp:cNvPr id="0" name=""/>
        <dsp:cNvSpPr/>
      </dsp:nvSpPr>
      <dsp:spPr>
        <a:xfrm>
          <a:off x="827085" y="2294156"/>
          <a:ext cx="965039" cy="965039"/>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7DBAFE7-B2F5-4232-AD0F-09049089121E}">
      <dsp:nvSpPr>
        <dsp:cNvPr id="0" name=""/>
        <dsp:cNvSpPr/>
      </dsp:nvSpPr>
      <dsp:spPr>
        <a:xfrm>
          <a:off x="1032749" y="2499820"/>
          <a:ext cx="553710" cy="55371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84B439A-D682-4770-9BEE-6224D8196F0E}">
      <dsp:nvSpPr>
        <dsp:cNvPr id="0" name=""/>
        <dsp:cNvSpPr/>
      </dsp:nvSpPr>
      <dsp:spPr>
        <a:xfrm>
          <a:off x="518589" y="3559781"/>
          <a:ext cx="1582031" cy="632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home_team, away_team – team abbreviations.</a:t>
          </a:r>
        </a:p>
      </dsp:txBody>
      <dsp:txXfrm>
        <a:off x="518589" y="3559781"/>
        <a:ext cx="1582031" cy="632812"/>
      </dsp:txXfrm>
    </dsp:sp>
    <dsp:sp modelId="{BBED64B7-20B4-4BAE-9208-F29C6060AA0A}">
      <dsp:nvSpPr>
        <dsp:cNvPr id="0" name=""/>
        <dsp:cNvSpPr/>
      </dsp:nvSpPr>
      <dsp:spPr>
        <a:xfrm>
          <a:off x="2685972" y="2294156"/>
          <a:ext cx="965039" cy="965039"/>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79A8DCA-6A66-4F96-B75C-EB618CE053B5}">
      <dsp:nvSpPr>
        <dsp:cNvPr id="0" name=""/>
        <dsp:cNvSpPr/>
      </dsp:nvSpPr>
      <dsp:spPr>
        <a:xfrm>
          <a:off x="2891636" y="2499820"/>
          <a:ext cx="553710" cy="553710"/>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B68564C-0FF5-4EA1-9FAD-1FD5C4F88337}">
      <dsp:nvSpPr>
        <dsp:cNvPr id="0" name=""/>
        <dsp:cNvSpPr/>
      </dsp:nvSpPr>
      <dsp:spPr>
        <a:xfrm>
          <a:off x="2377476" y="3559781"/>
          <a:ext cx="1582031" cy="632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home_score, away_score – final points scored.</a:t>
          </a:r>
        </a:p>
      </dsp:txBody>
      <dsp:txXfrm>
        <a:off x="2377476" y="3559781"/>
        <a:ext cx="1582031" cy="632812"/>
      </dsp:txXfrm>
    </dsp:sp>
    <dsp:sp modelId="{3E28FC5D-AFE8-4DE9-9C65-D8ABF587027F}">
      <dsp:nvSpPr>
        <dsp:cNvPr id="0" name=""/>
        <dsp:cNvSpPr/>
      </dsp:nvSpPr>
      <dsp:spPr>
        <a:xfrm>
          <a:off x="4544859" y="2294156"/>
          <a:ext cx="965039" cy="965039"/>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76461C7-AAC6-42E0-A076-B1028BD31309}">
      <dsp:nvSpPr>
        <dsp:cNvPr id="0" name=""/>
        <dsp:cNvSpPr/>
      </dsp:nvSpPr>
      <dsp:spPr>
        <a:xfrm>
          <a:off x="4750523" y="2499820"/>
          <a:ext cx="553710" cy="553710"/>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05AB343-FC10-4212-A57F-778FCB4B35D7}">
      <dsp:nvSpPr>
        <dsp:cNvPr id="0" name=""/>
        <dsp:cNvSpPr/>
      </dsp:nvSpPr>
      <dsp:spPr>
        <a:xfrm>
          <a:off x="4236363" y="3559781"/>
          <a:ext cx="1582031" cy="632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game_outcome – from home perspective (1 = home win, 0 = away win, 0.5 = tie).</a:t>
          </a:r>
        </a:p>
      </dsp:txBody>
      <dsp:txXfrm>
        <a:off x="4236363" y="3559781"/>
        <a:ext cx="1582031" cy="632812"/>
      </dsp:txXfrm>
    </dsp:sp>
    <dsp:sp modelId="{C20AE058-4E34-47E3-9CF3-9C2CCCDCF5D4}">
      <dsp:nvSpPr>
        <dsp:cNvPr id="0" name=""/>
        <dsp:cNvSpPr/>
      </dsp:nvSpPr>
      <dsp:spPr>
        <a:xfrm>
          <a:off x="6403746" y="2294156"/>
          <a:ext cx="965039" cy="965039"/>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F9C3FE6-72E0-4A70-B2F1-F9933273F782}">
      <dsp:nvSpPr>
        <dsp:cNvPr id="0" name=""/>
        <dsp:cNvSpPr/>
      </dsp:nvSpPr>
      <dsp:spPr>
        <a:xfrm>
          <a:off x="6609410" y="2499820"/>
          <a:ext cx="553710" cy="553710"/>
        </a:xfrm>
        <a:prstGeom prst="rect">
          <a:avLst/>
        </a:prstGeom>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696FD1C-A568-46A5-B879-82361EECABFF}">
      <dsp:nvSpPr>
        <dsp:cNvPr id="0" name=""/>
        <dsp:cNvSpPr/>
      </dsp:nvSpPr>
      <dsp:spPr>
        <a:xfrm>
          <a:off x="6095249" y="3559781"/>
          <a:ext cx="1582031" cy="632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score_diff – home_score minus away_score (positive = home scored more).</a:t>
          </a:r>
        </a:p>
      </dsp:txBody>
      <dsp:txXfrm>
        <a:off x="6095249" y="3559781"/>
        <a:ext cx="1582031" cy="63281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E53C2B-C6B8-4A48-98C5-9339C20F09DE}">
      <dsp:nvSpPr>
        <dsp:cNvPr id="0" name=""/>
        <dsp:cNvSpPr/>
      </dsp:nvSpPr>
      <dsp:spPr>
        <a:xfrm>
          <a:off x="625015" y="1660488"/>
          <a:ext cx="500012" cy="71"/>
        </a:xfrm>
        <a:prstGeom prst="rect">
          <a:avLst/>
        </a:prstGeom>
        <a:solidFill>
          <a:schemeClr val="accent5">
            <a:tint val="40000"/>
            <a:alpha val="90000"/>
            <a:hueOff val="0"/>
            <a:satOff val="0"/>
            <a:lumOff val="0"/>
            <a:alphaOff val="0"/>
          </a:schemeClr>
        </a:solidFill>
        <a:ln w="9525" cap="flat" cmpd="sng" algn="ctr">
          <a:solidFill>
            <a:schemeClr val="accent5">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28A770D7-E3CD-4403-9362-50E7992CF526}">
      <dsp:nvSpPr>
        <dsp:cNvPr id="0" name=""/>
        <dsp:cNvSpPr/>
      </dsp:nvSpPr>
      <dsp:spPr>
        <a:xfrm>
          <a:off x="1155028" y="1618522"/>
          <a:ext cx="57501" cy="107589"/>
        </a:xfrm>
        <a:prstGeom prst="chevron">
          <a:avLst>
            <a:gd name="adj" fmla="val 90000"/>
          </a:avLst>
        </a:prstGeom>
        <a:solidFill>
          <a:schemeClr val="accent5">
            <a:tint val="40000"/>
            <a:alpha val="90000"/>
            <a:hueOff val="-976407"/>
            <a:satOff val="4387"/>
            <a:lumOff val="302"/>
            <a:alphaOff val="0"/>
          </a:schemeClr>
        </a:solidFill>
        <a:ln w="9525" cap="flat" cmpd="sng" algn="ctr">
          <a:solidFill>
            <a:schemeClr val="accent5">
              <a:tint val="40000"/>
              <a:alpha val="90000"/>
              <a:hueOff val="-976407"/>
              <a:satOff val="4387"/>
              <a:lumOff val="302"/>
              <a:alphaOff val="0"/>
            </a:schemeClr>
          </a:solidFill>
          <a:prstDash val="solid"/>
        </a:ln>
        <a:effectLst/>
      </dsp:spPr>
      <dsp:style>
        <a:lnRef idx="1">
          <a:scrgbClr r="0" g="0" b="0"/>
        </a:lnRef>
        <a:fillRef idx="1">
          <a:scrgbClr r="0" g="0" b="0"/>
        </a:fillRef>
        <a:effectRef idx="0">
          <a:scrgbClr r="0" g="0" b="0"/>
        </a:effectRef>
        <a:fontRef idx="minor"/>
      </dsp:style>
    </dsp:sp>
    <dsp:sp modelId="{FE5EFBC5-9AE9-4F6D-B52A-786234A0EC23}">
      <dsp:nvSpPr>
        <dsp:cNvPr id="0" name=""/>
        <dsp:cNvSpPr/>
      </dsp:nvSpPr>
      <dsp:spPr>
        <a:xfrm>
          <a:off x="344989" y="1442999"/>
          <a:ext cx="435048" cy="435048"/>
        </a:xfrm>
        <a:prstGeom prst="ellipse">
          <a:avLst/>
        </a:prstGeom>
        <a:gradFill rotWithShape="0">
          <a:gsLst>
            <a:gs pos="0">
              <a:schemeClr val="accent5">
                <a:hueOff val="0"/>
                <a:satOff val="0"/>
                <a:lumOff val="0"/>
                <a:alphaOff val="0"/>
                <a:tint val="100000"/>
                <a:shade val="100000"/>
                <a:satMod val="130000"/>
              </a:schemeClr>
            </a:gs>
            <a:gs pos="100000">
              <a:schemeClr val="accent5">
                <a:hueOff val="0"/>
                <a:satOff val="0"/>
                <a:lumOff val="0"/>
                <a:alphaOff val="0"/>
                <a:tint val="50000"/>
                <a:shade val="100000"/>
                <a:satMod val="350000"/>
              </a:schemeClr>
            </a:gs>
          </a:gsLst>
          <a:lin ang="16200000" scaled="0"/>
        </a:gradFill>
        <a:ln w="9525" cap="flat" cmpd="sng" algn="ctr">
          <a:solidFill>
            <a:schemeClr val="accent5">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6882" tIns="16882" rIns="16882" bIns="16882" numCol="1" spcCol="1270" anchor="ctr" anchorCtr="0">
          <a:noAutofit/>
        </a:bodyPr>
        <a:lstStyle/>
        <a:p>
          <a:pPr marL="0" lvl="0" indent="0" algn="ctr" defTabSz="844550">
            <a:lnSpc>
              <a:spcPct val="90000"/>
            </a:lnSpc>
            <a:spcBef>
              <a:spcPct val="0"/>
            </a:spcBef>
            <a:spcAft>
              <a:spcPct val="35000"/>
            </a:spcAft>
            <a:buNone/>
          </a:pPr>
          <a:r>
            <a:rPr lang="en-US" sz="1900" kern="1200"/>
            <a:t>1</a:t>
          </a:r>
        </a:p>
      </dsp:txBody>
      <dsp:txXfrm>
        <a:off x="408700" y="1506710"/>
        <a:ext cx="307626" cy="307626"/>
      </dsp:txXfrm>
    </dsp:sp>
    <dsp:sp modelId="{736482C8-CE67-452D-9267-1E1EF11F6E9D}">
      <dsp:nvSpPr>
        <dsp:cNvPr id="0" name=""/>
        <dsp:cNvSpPr/>
      </dsp:nvSpPr>
      <dsp:spPr>
        <a:xfrm>
          <a:off x="0" y="2043014"/>
          <a:ext cx="1125027" cy="1965600"/>
        </a:xfrm>
        <a:prstGeom prst="upArrowCallout">
          <a:avLst>
            <a:gd name="adj1" fmla="val 50000"/>
            <a:gd name="adj2" fmla="val 20000"/>
            <a:gd name="adj3" fmla="val 20000"/>
            <a:gd name="adj4" fmla="val 100000"/>
          </a:avLst>
        </a:prstGeom>
        <a:solidFill>
          <a:schemeClr val="accent5">
            <a:tint val="40000"/>
            <a:alpha val="90000"/>
            <a:hueOff val="-1952815"/>
            <a:satOff val="8773"/>
            <a:lumOff val="603"/>
            <a:alphaOff val="0"/>
          </a:schemeClr>
        </a:solidFill>
        <a:ln w="9525" cap="flat" cmpd="sng" algn="ctr">
          <a:solidFill>
            <a:schemeClr val="accent5">
              <a:tint val="40000"/>
              <a:alpha val="90000"/>
              <a:hueOff val="-1952815"/>
              <a:satOff val="8773"/>
              <a:lumOff val="603"/>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8743" tIns="165100" rIns="88743" bIns="165100" numCol="1" spcCol="1270" anchor="t" anchorCtr="0">
          <a:noAutofit/>
        </a:bodyPr>
        <a:lstStyle/>
        <a:p>
          <a:pPr marL="0" lvl="0" indent="0" algn="l" defTabSz="488950">
            <a:lnSpc>
              <a:spcPct val="90000"/>
            </a:lnSpc>
            <a:spcBef>
              <a:spcPct val="0"/>
            </a:spcBef>
            <a:spcAft>
              <a:spcPct val="35000"/>
            </a:spcAft>
            <a:buNone/>
          </a:pPr>
          <a:r>
            <a:rPr lang="en-US" sz="1100" kern="1200"/>
            <a:t>Filter data to all games from 2018 through the latest available season.</a:t>
          </a:r>
        </a:p>
      </dsp:txBody>
      <dsp:txXfrm>
        <a:off x="0" y="2268019"/>
        <a:ext cx="1125027" cy="1740595"/>
      </dsp:txXfrm>
    </dsp:sp>
    <dsp:sp modelId="{3C6A5E4B-AEC3-4C3A-8074-B729B593FDBD}">
      <dsp:nvSpPr>
        <dsp:cNvPr id="0" name=""/>
        <dsp:cNvSpPr/>
      </dsp:nvSpPr>
      <dsp:spPr>
        <a:xfrm>
          <a:off x="1250031" y="1661323"/>
          <a:ext cx="1125027" cy="72"/>
        </a:xfrm>
        <a:prstGeom prst="rect">
          <a:avLst/>
        </a:prstGeom>
        <a:solidFill>
          <a:schemeClr val="accent5">
            <a:tint val="40000"/>
            <a:alpha val="90000"/>
            <a:hueOff val="-2929222"/>
            <a:satOff val="13160"/>
            <a:lumOff val="905"/>
            <a:alphaOff val="0"/>
          </a:schemeClr>
        </a:solidFill>
        <a:ln w="9525" cap="flat" cmpd="sng" algn="ctr">
          <a:solidFill>
            <a:schemeClr val="accent5">
              <a:tint val="40000"/>
              <a:alpha val="90000"/>
              <a:hueOff val="-2929222"/>
              <a:satOff val="13160"/>
              <a:lumOff val="905"/>
              <a:alphaOff val="0"/>
            </a:schemeClr>
          </a:solidFill>
          <a:prstDash val="solid"/>
        </a:ln>
        <a:effectLst/>
      </dsp:spPr>
      <dsp:style>
        <a:lnRef idx="1">
          <a:scrgbClr r="0" g="0" b="0"/>
        </a:lnRef>
        <a:fillRef idx="1">
          <a:scrgbClr r="0" g="0" b="0"/>
        </a:fillRef>
        <a:effectRef idx="0">
          <a:scrgbClr r="0" g="0" b="0"/>
        </a:effectRef>
        <a:fontRef idx="minor"/>
      </dsp:style>
    </dsp:sp>
    <dsp:sp modelId="{40BD497D-E394-4269-87CF-9D3E30D58DDA}">
      <dsp:nvSpPr>
        <dsp:cNvPr id="0" name=""/>
        <dsp:cNvSpPr/>
      </dsp:nvSpPr>
      <dsp:spPr>
        <a:xfrm>
          <a:off x="2405059" y="1619197"/>
          <a:ext cx="57501" cy="108417"/>
        </a:xfrm>
        <a:prstGeom prst="chevron">
          <a:avLst>
            <a:gd name="adj" fmla="val 90000"/>
          </a:avLst>
        </a:prstGeom>
        <a:solidFill>
          <a:schemeClr val="accent5">
            <a:tint val="40000"/>
            <a:alpha val="90000"/>
            <a:hueOff val="-3905630"/>
            <a:satOff val="17547"/>
            <a:lumOff val="1206"/>
            <a:alphaOff val="0"/>
          </a:schemeClr>
        </a:solidFill>
        <a:ln w="9525" cap="flat" cmpd="sng" algn="ctr">
          <a:solidFill>
            <a:schemeClr val="accent5">
              <a:tint val="40000"/>
              <a:alpha val="90000"/>
              <a:hueOff val="-3905630"/>
              <a:satOff val="17547"/>
              <a:lumOff val="1206"/>
              <a:alphaOff val="0"/>
            </a:schemeClr>
          </a:solidFill>
          <a:prstDash val="solid"/>
        </a:ln>
        <a:effectLst/>
      </dsp:spPr>
      <dsp:style>
        <a:lnRef idx="1">
          <a:scrgbClr r="0" g="0" b="0"/>
        </a:lnRef>
        <a:fillRef idx="1">
          <a:scrgbClr r="0" g="0" b="0"/>
        </a:fillRef>
        <a:effectRef idx="0">
          <a:scrgbClr r="0" g="0" b="0"/>
        </a:effectRef>
        <a:fontRef idx="minor"/>
      </dsp:style>
    </dsp:sp>
    <dsp:sp modelId="{073587BF-5C52-4C49-BF87-F334BDF58664}">
      <dsp:nvSpPr>
        <dsp:cNvPr id="0" name=""/>
        <dsp:cNvSpPr/>
      </dsp:nvSpPr>
      <dsp:spPr>
        <a:xfrm>
          <a:off x="1595020" y="1443835"/>
          <a:ext cx="435048" cy="435048"/>
        </a:xfrm>
        <a:prstGeom prst="ellipse">
          <a:avLst/>
        </a:prstGeom>
        <a:gradFill rotWithShape="0">
          <a:gsLst>
            <a:gs pos="0">
              <a:schemeClr val="accent5">
                <a:hueOff val="-3311292"/>
                <a:satOff val="13270"/>
                <a:lumOff val="2876"/>
                <a:alphaOff val="0"/>
                <a:tint val="100000"/>
                <a:shade val="100000"/>
                <a:satMod val="130000"/>
              </a:schemeClr>
            </a:gs>
            <a:gs pos="100000">
              <a:schemeClr val="accent5">
                <a:hueOff val="-3311292"/>
                <a:satOff val="13270"/>
                <a:lumOff val="2876"/>
                <a:alphaOff val="0"/>
                <a:tint val="50000"/>
                <a:shade val="100000"/>
                <a:satMod val="350000"/>
              </a:schemeClr>
            </a:gs>
          </a:gsLst>
          <a:lin ang="16200000" scaled="0"/>
        </a:gradFill>
        <a:ln w="9525" cap="flat" cmpd="sng" algn="ctr">
          <a:solidFill>
            <a:schemeClr val="accent5">
              <a:hueOff val="-3311292"/>
              <a:satOff val="13270"/>
              <a:lumOff val="2876"/>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6882" tIns="16882" rIns="16882" bIns="16882" numCol="1" spcCol="1270" anchor="ctr" anchorCtr="0">
          <a:noAutofit/>
        </a:bodyPr>
        <a:lstStyle/>
        <a:p>
          <a:pPr marL="0" lvl="0" indent="0" algn="ctr" defTabSz="844550">
            <a:lnSpc>
              <a:spcPct val="90000"/>
            </a:lnSpc>
            <a:spcBef>
              <a:spcPct val="0"/>
            </a:spcBef>
            <a:spcAft>
              <a:spcPct val="35000"/>
            </a:spcAft>
            <a:buNone/>
          </a:pPr>
          <a:r>
            <a:rPr lang="en-US" sz="1900" kern="1200"/>
            <a:t>2</a:t>
          </a:r>
        </a:p>
      </dsp:txBody>
      <dsp:txXfrm>
        <a:off x="1658731" y="1507546"/>
        <a:ext cx="307626" cy="307626"/>
      </dsp:txXfrm>
    </dsp:sp>
    <dsp:sp modelId="{775452A2-9610-4539-8ADB-0CD02951FFE3}">
      <dsp:nvSpPr>
        <dsp:cNvPr id="0" name=""/>
        <dsp:cNvSpPr/>
      </dsp:nvSpPr>
      <dsp:spPr>
        <a:xfrm>
          <a:off x="1250031" y="2045320"/>
          <a:ext cx="1125027" cy="1965600"/>
        </a:xfrm>
        <a:prstGeom prst="upArrowCallout">
          <a:avLst>
            <a:gd name="adj1" fmla="val 50000"/>
            <a:gd name="adj2" fmla="val 20000"/>
            <a:gd name="adj3" fmla="val 20000"/>
            <a:gd name="adj4" fmla="val 100000"/>
          </a:avLst>
        </a:prstGeom>
        <a:solidFill>
          <a:schemeClr val="accent5">
            <a:tint val="40000"/>
            <a:alpha val="90000"/>
            <a:hueOff val="-4882037"/>
            <a:satOff val="21933"/>
            <a:lumOff val="1508"/>
            <a:alphaOff val="0"/>
          </a:schemeClr>
        </a:solidFill>
        <a:ln w="9525" cap="flat" cmpd="sng" algn="ctr">
          <a:solidFill>
            <a:schemeClr val="accent5">
              <a:tint val="40000"/>
              <a:alpha val="90000"/>
              <a:hueOff val="-4882037"/>
              <a:satOff val="21933"/>
              <a:lumOff val="1508"/>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8743" tIns="165100" rIns="88743" bIns="165100" numCol="1" spcCol="1270" anchor="t" anchorCtr="0">
          <a:noAutofit/>
        </a:bodyPr>
        <a:lstStyle/>
        <a:p>
          <a:pPr marL="0" lvl="0" indent="0" algn="l" defTabSz="488950">
            <a:lnSpc>
              <a:spcPct val="90000"/>
            </a:lnSpc>
            <a:spcBef>
              <a:spcPct val="0"/>
            </a:spcBef>
            <a:spcAft>
              <a:spcPct val="35000"/>
            </a:spcAft>
            <a:buNone/>
          </a:pPr>
          <a:r>
            <a:rPr lang="en-US" sz="1100" kern="1200"/>
            <a:t>Construct two main measures: home win percentage and average score differential.</a:t>
          </a:r>
        </a:p>
      </dsp:txBody>
      <dsp:txXfrm>
        <a:off x="1250031" y="2270325"/>
        <a:ext cx="1125027" cy="1740595"/>
      </dsp:txXfrm>
    </dsp:sp>
    <dsp:sp modelId="{8E1DCA23-BB5C-4B67-8791-A8C0E0F58980}">
      <dsp:nvSpPr>
        <dsp:cNvPr id="0" name=""/>
        <dsp:cNvSpPr/>
      </dsp:nvSpPr>
      <dsp:spPr>
        <a:xfrm>
          <a:off x="2500062" y="1661323"/>
          <a:ext cx="1125027" cy="72"/>
        </a:xfrm>
        <a:prstGeom prst="rect">
          <a:avLst/>
        </a:prstGeom>
        <a:solidFill>
          <a:schemeClr val="accent5">
            <a:tint val="40000"/>
            <a:alpha val="90000"/>
            <a:hueOff val="-5858445"/>
            <a:satOff val="26320"/>
            <a:lumOff val="1809"/>
            <a:alphaOff val="0"/>
          </a:schemeClr>
        </a:solidFill>
        <a:ln w="9525" cap="flat" cmpd="sng" algn="ctr">
          <a:solidFill>
            <a:schemeClr val="accent5">
              <a:tint val="40000"/>
              <a:alpha val="90000"/>
              <a:hueOff val="-5858445"/>
              <a:satOff val="26320"/>
              <a:lumOff val="1809"/>
              <a:alphaOff val="0"/>
            </a:schemeClr>
          </a:solidFill>
          <a:prstDash val="solid"/>
        </a:ln>
        <a:effectLst/>
      </dsp:spPr>
      <dsp:style>
        <a:lnRef idx="1">
          <a:scrgbClr r="0" g="0" b="0"/>
        </a:lnRef>
        <a:fillRef idx="1">
          <a:scrgbClr r="0" g="0" b="0"/>
        </a:fillRef>
        <a:effectRef idx="0">
          <a:scrgbClr r="0" g="0" b="0"/>
        </a:effectRef>
        <a:fontRef idx="minor"/>
      </dsp:style>
    </dsp:sp>
    <dsp:sp modelId="{B9EE59F8-D1FA-4086-8AC7-007FA7CB643A}">
      <dsp:nvSpPr>
        <dsp:cNvPr id="0" name=""/>
        <dsp:cNvSpPr/>
      </dsp:nvSpPr>
      <dsp:spPr>
        <a:xfrm>
          <a:off x="3655090" y="1619197"/>
          <a:ext cx="57501" cy="108417"/>
        </a:xfrm>
        <a:prstGeom prst="chevron">
          <a:avLst>
            <a:gd name="adj" fmla="val 90000"/>
          </a:avLst>
        </a:prstGeom>
        <a:solidFill>
          <a:schemeClr val="accent5">
            <a:tint val="40000"/>
            <a:alpha val="90000"/>
            <a:hueOff val="-6834852"/>
            <a:satOff val="30706"/>
            <a:lumOff val="2111"/>
            <a:alphaOff val="0"/>
          </a:schemeClr>
        </a:solidFill>
        <a:ln w="9525" cap="flat" cmpd="sng" algn="ctr">
          <a:solidFill>
            <a:schemeClr val="accent5">
              <a:tint val="40000"/>
              <a:alpha val="90000"/>
              <a:hueOff val="-6834852"/>
              <a:satOff val="30706"/>
              <a:lumOff val="2111"/>
              <a:alphaOff val="0"/>
            </a:schemeClr>
          </a:solidFill>
          <a:prstDash val="solid"/>
        </a:ln>
        <a:effectLst/>
      </dsp:spPr>
      <dsp:style>
        <a:lnRef idx="1">
          <a:scrgbClr r="0" g="0" b="0"/>
        </a:lnRef>
        <a:fillRef idx="1">
          <a:scrgbClr r="0" g="0" b="0"/>
        </a:fillRef>
        <a:effectRef idx="0">
          <a:scrgbClr r="0" g="0" b="0"/>
        </a:effectRef>
        <a:fontRef idx="minor"/>
      </dsp:style>
    </dsp:sp>
    <dsp:sp modelId="{C253E822-D210-4F20-A7B2-8D751721CFB4}">
      <dsp:nvSpPr>
        <dsp:cNvPr id="0" name=""/>
        <dsp:cNvSpPr/>
      </dsp:nvSpPr>
      <dsp:spPr>
        <a:xfrm>
          <a:off x="2845051" y="1443835"/>
          <a:ext cx="435048" cy="435048"/>
        </a:xfrm>
        <a:prstGeom prst="ellipse">
          <a:avLst/>
        </a:prstGeom>
        <a:gradFill rotWithShape="0">
          <a:gsLst>
            <a:gs pos="0">
              <a:schemeClr val="accent5">
                <a:hueOff val="-6622584"/>
                <a:satOff val="26541"/>
                <a:lumOff val="5752"/>
                <a:alphaOff val="0"/>
                <a:tint val="100000"/>
                <a:shade val="100000"/>
                <a:satMod val="130000"/>
              </a:schemeClr>
            </a:gs>
            <a:gs pos="100000">
              <a:schemeClr val="accent5">
                <a:hueOff val="-6622584"/>
                <a:satOff val="26541"/>
                <a:lumOff val="5752"/>
                <a:alphaOff val="0"/>
                <a:tint val="50000"/>
                <a:shade val="100000"/>
                <a:satMod val="350000"/>
              </a:schemeClr>
            </a:gs>
          </a:gsLst>
          <a:lin ang="16200000" scaled="0"/>
        </a:gradFill>
        <a:ln w="9525" cap="flat" cmpd="sng" algn="ctr">
          <a:solidFill>
            <a:schemeClr val="accent5">
              <a:hueOff val="-6622584"/>
              <a:satOff val="26541"/>
              <a:lumOff val="5752"/>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6882" tIns="16882" rIns="16882" bIns="16882" numCol="1" spcCol="1270" anchor="ctr" anchorCtr="0">
          <a:noAutofit/>
        </a:bodyPr>
        <a:lstStyle/>
        <a:p>
          <a:pPr marL="0" lvl="0" indent="0" algn="ctr" defTabSz="844550">
            <a:lnSpc>
              <a:spcPct val="90000"/>
            </a:lnSpc>
            <a:spcBef>
              <a:spcPct val="0"/>
            </a:spcBef>
            <a:spcAft>
              <a:spcPct val="35000"/>
            </a:spcAft>
            <a:buNone/>
          </a:pPr>
          <a:r>
            <a:rPr lang="en-US" sz="1900" kern="1200"/>
            <a:t>3</a:t>
          </a:r>
        </a:p>
      </dsp:txBody>
      <dsp:txXfrm>
        <a:off x="2908762" y="1507546"/>
        <a:ext cx="307626" cy="307626"/>
      </dsp:txXfrm>
    </dsp:sp>
    <dsp:sp modelId="{4DA08BC8-F060-4107-949D-D52393473ABC}">
      <dsp:nvSpPr>
        <dsp:cNvPr id="0" name=""/>
        <dsp:cNvSpPr/>
      </dsp:nvSpPr>
      <dsp:spPr>
        <a:xfrm>
          <a:off x="2500062" y="2045320"/>
          <a:ext cx="1125027" cy="1965600"/>
        </a:xfrm>
        <a:prstGeom prst="upArrowCallout">
          <a:avLst>
            <a:gd name="adj1" fmla="val 50000"/>
            <a:gd name="adj2" fmla="val 20000"/>
            <a:gd name="adj3" fmla="val 20000"/>
            <a:gd name="adj4" fmla="val 100000"/>
          </a:avLst>
        </a:prstGeom>
        <a:solidFill>
          <a:schemeClr val="accent5">
            <a:tint val="40000"/>
            <a:alpha val="90000"/>
            <a:hueOff val="-7811259"/>
            <a:satOff val="35093"/>
            <a:lumOff val="2412"/>
            <a:alphaOff val="0"/>
          </a:schemeClr>
        </a:solidFill>
        <a:ln w="9525" cap="flat" cmpd="sng" algn="ctr">
          <a:solidFill>
            <a:schemeClr val="accent5">
              <a:tint val="40000"/>
              <a:alpha val="90000"/>
              <a:hueOff val="-7811259"/>
              <a:satOff val="35093"/>
              <a:lumOff val="2412"/>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8743" tIns="165100" rIns="88743" bIns="165100" numCol="1" spcCol="1270" anchor="t" anchorCtr="0">
          <a:noAutofit/>
        </a:bodyPr>
        <a:lstStyle/>
        <a:p>
          <a:pPr marL="0" lvl="0" indent="0" algn="l" defTabSz="488950">
            <a:lnSpc>
              <a:spcPct val="90000"/>
            </a:lnSpc>
            <a:spcBef>
              <a:spcPct val="0"/>
            </a:spcBef>
            <a:spcAft>
              <a:spcPct val="35000"/>
            </a:spcAft>
            <a:buNone/>
          </a:pPr>
          <a:r>
            <a:rPr lang="en-US" sz="1100" kern="1200"/>
            <a:t>Compute results overall, by season, by game type (regular vs playoffs), and by team.</a:t>
          </a:r>
        </a:p>
      </dsp:txBody>
      <dsp:txXfrm>
        <a:off x="2500062" y="2270325"/>
        <a:ext cx="1125027" cy="1740595"/>
      </dsp:txXfrm>
    </dsp:sp>
    <dsp:sp modelId="{7B92C8B7-96A1-4693-96D2-2101BD76F9C4}">
      <dsp:nvSpPr>
        <dsp:cNvPr id="0" name=""/>
        <dsp:cNvSpPr/>
      </dsp:nvSpPr>
      <dsp:spPr>
        <a:xfrm>
          <a:off x="3750093" y="1661323"/>
          <a:ext cx="562513" cy="72"/>
        </a:xfrm>
        <a:prstGeom prst="rect">
          <a:avLst/>
        </a:prstGeom>
        <a:solidFill>
          <a:schemeClr val="accent5">
            <a:tint val="40000"/>
            <a:alpha val="90000"/>
            <a:hueOff val="-8787666"/>
            <a:satOff val="39480"/>
            <a:lumOff val="2714"/>
            <a:alphaOff val="0"/>
          </a:schemeClr>
        </a:solidFill>
        <a:ln w="9525" cap="flat" cmpd="sng" algn="ctr">
          <a:solidFill>
            <a:schemeClr val="accent5">
              <a:tint val="40000"/>
              <a:alpha val="90000"/>
              <a:hueOff val="-8787666"/>
              <a:satOff val="39480"/>
              <a:lumOff val="2714"/>
              <a:alphaOff val="0"/>
            </a:schemeClr>
          </a:solidFill>
          <a:prstDash val="solid"/>
        </a:ln>
        <a:effectLst/>
      </dsp:spPr>
      <dsp:style>
        <a:lnRef idx="1">
          <a:scrgbClr r="0" g="0" b="0"/>
        </a:lnRef>
        <a:fillRef idx="1">
          <a:scrgbClr r="0" g="0" b="0"/>
        </a:fillRef>
        <a:effectRef idx="0">
          <a:scrgbClr r="0" g="0" b="0"/>
        </a:effectRef>
        <a:fontRef idx="minor"/>
      </dsp:style>
    </dsp:sp>
    <dsp:sp modelId="{9E38C9CF-5D3B-42EB-BF1A-C8FFCE6A6E1A}">
      <dsp:nvSpPr>
        <dsp:cNvPr id="0" name=""/>
        <dsp:cNvSpPr/>
      </dsp:nvSpPr>
      <dsp:spPr>
        <a:xfrm>
          <a:off x="4095082" y="1443835"/>
          <a:ext cx="435048" cy="435048"/>
        </a:xfrm>
        <a:prstGeom prst="ellipse">
          <a:avLst/>
        </a:prstGeom>
        <a:gradFill rotWithShape="0">
          <a:gsLst>
            <a:gs pos="0">
              <a:schemeClr val="accent5">
                <a:hueOff val="-9933876"/>
                <a:satOff val="39811"/>
                <a:lumOff val="8628"/>
                <a:alphaOff val="0"/>
                <a:tint val="100000"/>
                <a:shade val="100000"/>
                <a:satMod val="130000"/>
              </a:schemeClr>
            </a:gs>
            <a:gs pos="100000">
              <a:schemeClr val="accent5">
                <a:hueOff val="-9933876"/>
                <a:satOff val="39811"/>
                <a:lumOff val="8628"/>
                <a:alphaOff val="0"/>
                <a:tint val="50000"/>
                <a:shade val="100000"/>
                <a:satMod val="350000"/>
              </a:schemeClr>
            </a:gs>
          </a:gsLst>
          <a:lin ang="16200000" scaled="0"/>
        </a:gradFill>
        <a:ln w="9525" cap="flat" cmpd="sng" algn="ctr">
          <a:solidFill>
            <a:schemeClr val="accent5">
              <a:hueOff val="-9933876"/>
              <a:satOff val="39811"/>
              <a:lumOff val="8628"/>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6882" tIns="16882" rIns="16882" bIns="16882" numCol="1" spcCol="1270" anchor="ctr" anchorCtr="0">
          <a:noAutofit/>
        </a:bodyPr>
        <a:lstStyle/>
        <a:p>
          <a:pPr marL="0" lvl="0" indent="0" algn="ctr" defTabSz="844550">
            <a:lnSpc>
              <a:spcPct val="90000"/>
            </a:lnSpc>
            <a:spcBef>
              <a:spcPct val="0"/>
            </a:spcBef>
            <a:spcAft>
              <a:spcPct val="35000"/>
            </a:spcAft>
            <a:buNone/>
          </a:pPr>
          <a:r>
            <a:rPr lang="en-US" sz="1900" kern="1200"/>
            <a:t>4</a:t>
          </a:r>
        </a:p>
      </dsp:txBody>
      <dsp:txXfrm>
        <a:off x="4158793" y="1507546"/>
        <a:ext cx="307626" cy="307626"/>
      </dsp:txXfrm>
    </dsp:sp>
    <dsp:sp modelId="{7C845767-EC61-4A05-8D66-C3F4F13F36AC}">
      <dsp:nvSpPr>
        <dsp:cNvPr id="0" name=""/>
        <dsp:cNvSpPr/>
      </dsp:nvSpPr>
      <dsp:spPr>
        <a:xfrm>
          <a:off x="3750093" y="2045320"/>
          <a:ext cx="1125027" cy="1965600"/>
        </a:xfrm>
        <a:prstGeom prst="upArrowCallout">
          <a:avLst>
            <a:gd name="adj1" fmla="val 50000"/>
            <a:gd name="adj2" fmla="val 20000"/>
            <a:gd name="adj3" fmla="val 20000"/>
            <a:gd name="adj4" fmla="val 100000"/>
          </a:avLst>
        </a:prstGeom>
        <a:solidFill>
          <a:schemeClr val="accent5">
            <a:tint val="40000"/>
            <a:alpha val="90000"/>
            <a:hueOff val="-10740482"/>
            <a:satOff val="48253"/>
            <a:lumOff val="3317"/>
            <a:alphaOff val="0"/>
          </a:schemeClr>
        </a:solidFill>
        <a:ln w="9525" cap="flat" cmpd="sng" algn="ctr">
          <a:solidFill>
            <a:schemeClr val="accent5">
              <a:tint val="40000"/>
              <a:alpha val="90000"/>
              <a:hueOff val="-10740482"/>
              <a:satOff val="48253"/>
              <a:lumOff val="3317"/>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8743" tIns="165100" rIns="88743" bIns="165100" numCol="1" spcCol="1270" anchor="t" anchorCtr="0">
          <a:noAutofit/>
        </a:bodyPr>
        <a:lstStyle/>
        <a:p>
          <a:pPr marL="0" lvl="0" indent="0" algn="l" defTabSz="488950">
            <a:lnSpc>
              <a:spcPct val="90000"/>
            </a:lnSpc>
            <a:spcBef>
              <a:spcPct val="0"/>
            </a:spcBef>
            <a:spcAft>
              <a:spcPct val="35000"/>
            </a:spcAft>
            <a:buNone/>
          </a:pPr>
          <a:r>
            <a:rPr lang="en-US" sz="1100" kern="1200"/>
            <a:t>Compare results to baselines: 50% win rate and 0-point score differential.</a:t>
          </a:r>
        </a:p>
      </dsp:txBody>
      <dsp:txXfrm>
        <a:off x="3750093" y="2270325"/>
        <a:ext cx="1125027" cy="174059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3C5E0A-5C76-4EBD-A221-488F3C06B803}">
      <dsp:nvSpPr>
        <dsp:cNvPr id="0" name=""/>
        <dsp:cNvSpPr/>
      </dsp:nvSpPr>
      <dsp:spPr>
        <a:xfrm>
          <a:off x="0" y="531"/>
          <a:ext cx="7886700" cy="1244702"/>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FEF01EE-D935-4B73-B2B1-3EF8615F01B7}">
      <dsp:nvSpPr>
        <dsp:cNvPr id="0" name=""/>
        <dsp:cNvSpPr/>
      </dsp:nvSpPr>
      <dsp:spPr>
        <a:xfrm>
          <a:off x="376522" y="280590"/>
          <a:ext cx="684586" cy="68458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B22F414-1E9E-4053-856E-92CF1C27B5B9}">
      <dsp:nvSpPr>
        <dsp:cNvPr id="0" name=""/>
        <dsp:cNvSpPr/>
      </dsp:nvSpPr>
      <dsp:spPr>
        <a:xfrm>
          <a:off x="1437631" y="531"/>
          <a:ext cx="64490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111250">
            <a:lnSpc>
              <a:spcPct val="90000"/>
            </a:lnSpc>
            <a:spcBef>
              <a:spcPct val="0"/>
            </a:spcBef>
            <a:spcAft>
              <a:spcPct val="35000"/>
            </a:spcAft>
            <a:buNone/>
          </a:pPr>
          <a:r>
            <a:rPr lang="en-US" sz="2500" kern="1200"/>
            <a:t>Protecting home field is strategically important for reaching the playoffs.</a:t>
          </a:r>
        </a:p>
      </dsp:txBody>
      <dsp:txXfrm>
        <a:off x="1437631" y="531"/>
        <a:ext cx="6449068" cy="1244702"/>
      </dsp:txXfrm>
    </dsp:sp>
    <dsp:sp modelId="{52FDBA71-E49D-43CD-B558-D41302606397}">
      <dsp:nvSpPr>
        <dsp:cNvPr id="0" name=""/>
        <dsp:cNvSpPr/>
      </dsp:nvSpPr>
      <dsp:spPr>
        <a:xfrm>
          <a:off x="0" y="1556410"/>
          <a:ext cx="7886700" cy="1244702"/>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77E772F-84F2-4C28-BD1E-3331E6B8A8BE}">
      <dsp:nvSpPr>
        <dsp:cNvPr id="0" name=""/>
        <dsp:cNvSpPr/>
      </dsp:nvSpPr>
      <dsp:spPr>
        <a:xfrm>
          <a:off x="376522" y="1836468"/>
          <a:ext cx="684586" cy="68458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120F4B8-E121-45AA-9D00-C488E4BFBC58}">
      <dsp:nvSpPr>
        <dsp:cNvPr id="0" name=""/>
        <dsp:cNvSpPr/>
      </dsp:nvSpPr>
      <dsp:spPr>
        <a:xfrm>
          <a:off x="1437631" y="1556410"/>
          <a:ext cx="64490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111250">
            <a:lnSpc>
              <a:spcPct val="90000"/>
            </a:lnSpc>
            <a:spcBef>
              <a:spcPct val="0"/>
            </a:spcBef>
            <a:spcAft>
              <a:spcPct val="35000"/>
            </a:spcAft>
            <a:buNone/>
          </a:pPr>
          <a:r>
            <a:rPr lang="en-US" sz="2500" kern="1200"/>
            <a:t>Optimize travel and rest to reduce disadvantages in away games.</a:t>
          </a:r>
        </a:p>
      </dsp:txBody>
      <dsp:txXfrm>
        <a:off x="1437631" y="1556410"/>
        <a:ext cx="6449068" cy="1244702"/>
      </dsp:txXfrm>
    </dsp:sp>
    <dsp:sp modelId="{E252C605-CE94-47B9-9216-5846B3BCAE19}">
      <dsp:nvSpPr>
        <dsp:cNvPr id="0" name=""/>
        <dsp:cNvSpPr/>
      </dsp:nvSpPr>
      <dsp:spPr>
        <a:xfrm>
          <a:off x="0" y="3112289"/>
          <a:ext cx="7886700" cy="1244702"/>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8B2F34A-78F0-4A02-92E6-FB872A65089A}">
      <dsp:nvSpPr>
        <dsp:cNvPr id="0" name=""/>
        <dsp:cNvSpPr/>
      </dsp:nvSpPr>
      <dsp:spPr>
        <a:xfrm>
          <a:off x="376522" y="3392347"/>
          <a:ext cx="684586" cy="68458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9DE5631-7E8F-452E-A404-A9875D010130}">
      <dsp:nvSpPr>
        <dsp:cNvPr id="0" name=""/>
        <dsp:cNvSpPr/>
      </dsp:nvSpPr>
      <dsp:spPr>
        <a:xfrm>
          <a:off x="1437631" y="3112289"/>
          <a:ext cx="64490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111250">
            <a:lnSpc>
              <a:spcPct val="90000"/>
            </a:lnSpc>
            <a:spcBef>
              <a:spcPct val="0"/>
            </a:spcBef>
            <a:spcAft>
              <a:spcPct val="35000"/>
            </a:spcAft>
            <a:buNone/>
          </a:pPr>
          <a:r>
            <a:rPr lang="en-US" sz="2500" kern="1200"/>
            <a:t>Invest in fan engagement and stadium atmosphere to amplify home-field advantage.</a:t>
          </a:r>
        </a:p>
      </dsp:txBody>
      <dsp:txXfrm>
        <a:off x="1437631" y="3112289"/>
        <a:ext cx="6449068" cy="124470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C2FFF4-2FED-4BE7-985B-842C2C6FB194}">
      <dsp:nvSpPr>
        <dsp:cNvPr id="0" name=""/>
        <dsp:cNvSpPr/>
      </dsp:nvSpPr>
      <dsp:spPr>
        <a:xfrm>
          <a:off x="518185" y="768902"/>
          <a:ext cx="1475437" cy="1475437"/>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8792FA7-9CA1-4AE3-9D09-ADD26B11F30A}">
      <dsp:nvSpPr>
        <dsp:cNvPr id="0" name=""/>
        <dsp:cNvSpPr/>
      </dsp:nvSpPr>
      <dsp:spPr>
        <a:xfrm>
          <a:off x="832623" y="1083340"/>
          <a:ext cx="846562" cy="84656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19FE711-7368-4F83-A181-57233D81DA36}">
      <dsp:nvSpPr>
        <dsp:cNvPr id="0" name=""/>
        <dsp:cNvSpPr/>
      </dsp:nvSpPr>
      <dsp:spPr>
        <a:xfrm>
          <a:off x="46529" y="2703902"/>
          <a:ext cx="241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kern="1200"/>
            <a:t>Analysis does not fully control for team strength, injuries, or travel distance.</a:t>
          </a:r>
        </a:p>
      </dsp:txBody>
      <dsp:txXfrm>
        <a:off x="46529" y="2703902"/>
        <a:ext cx="2418750" cy="720000"/>
      </dsp:txXfrm>
    </dsp:sp>
    <dsp:sp modelId="{9E099665-CD15-484B-8AA8-63EB9958B291}">
      <dsp:nvSpPr>
        <dsp:cNvPr id="0" name=""/>
        <dsp:cNvSpPr/>
      </dsp:nvSpPr>
      <dsp:spPr>
        <a:xfrm>
          <a:off x="3360216" y="768902"/>
          <a:ext cx="1475437" cy="1475437"/>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19A0EA5-690E-4B7C-92AB-3298DD53B34E}">
      <dsp:nvSpPr>
        <dsp:cNvPr id="0" name=""/>
        <dsp:cNvSpPr/>
      </dsp:nvSpPr>
      <dsp:spPr>
        <a:xfrm>
          <a:off x="3674654" y="1083340"/>
          <a:ext cx="846562" cy="84656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6A6A369-754E-42CE-A4CA-72AD86E1B0C5}">
      <dsp:nvSpPr>
        <dsp:cNvPr id="0" name=""/>
        <dsp:cNvSpPr/>
      </dsp:nvSpPr>
      <dsp:spPr>
        <a:xfrm>
          <a:off x="2888560" y="2703902"/>
          <a:ext cx="241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kern="1200"/>
            <a:t>Short time window (2018–present) may miss longer historical trends.</a:t>
          </a:r>
        </a:p>
      </dsp:txBody>
      <dsp:txXfrm>
        <a:off x="2888560" y="2703902"/>
        <a:ext cx="2418750" cy="720000"/>
      </dsp:txXfrm>
    </dsp:sp>
    <dsp:sp modelId="{FD2B9EE2-BB7E-4B41-BC43-3CE39C3DC68E}">
      <dsp:nvSpPr>
        <dsp:cNvPr id="0" name=""/>
        <dsp:cNvSpPr/>
      </dsp:nvSpPr>
      <dsp:spPr>
        <a:xfrm>
          <a:off x="6202248" y="768902"/>
          <a:ext cx="1475437" cy="1475437"/>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29306C8-AA65-458F-BC80-693F96FF51FF}">
      <dsp:nvSpPr>
        <dsp:cNvPr id="0" name=""/>
        <dsp:cNvSpPr/>
      </dsp:nvSpPr>
      <dsp:spPr>
        <a:xfrm>
          <a:off x="6516685" y="1083340"/>
          <a:ext cx="846562" cy="84656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C3CA410-D9C1-481A-B96E-5F6CAAD14508}">
      <dsp:nvSpPr>
        <dsp:cNvPr id="0" name=""/>
        <dsp:cNvSpPr/>
      </dsp:nvSpPr>
      <dsp:spPr>
        <a:xfrm>
          <a:off x="5730591" y="2703902"/>
          <a:ext cx="241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kern="1200"/>
            <a:t>Future work: merge game outcomes with player stats, betting lines, attendance, and weather.</a:t>
          </a:r>
        </a:p>
      </dsp:txBody>
      <dsp:txXfrm>
        <a:off x="5730591" y="2703902"/>
        <a:ext cx="2418750"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5.xml><?xml version="1.0" encoding="utf-8"?>
<dgm:layoutDef xmlns:dgm="http://schemas.openxmlformats.org/drawingml/2006/diagram" xmlns:a="http://schemas.openxmlformats.org/drawingml/2006/main" uniqueId="urn:microsoft.com/office/officeart/2016/7/layout/LinearArrowProcessNumbered">
  <dgm:title val="Linear Arrow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shape called UpArrowCallout. Also the nodes are connected by an arrow like shape emphasizing the process natur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3"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L"/>
      <dgm:param type="nodeVertAlign" val="t"/>
    </dgm:alg>
    <dgm:shape xmlns:r="http://schemas.openxmlformats.org/officeDocument/2006/relationships" r:blip="">
      <dgm:adjLst/>
    </dgm:shape>
    <dgm:presOf/>
    <dgm:constrLst>
      <dgm:constr type="w" for="ch" forName="compositeNode" refType="w"/>
      <dgm:constr type="h" for="ch" forName="compositeNode" op="equ"/>
      <dgm:constr type="w" for="ch" forName="sibTransComposite" refType="w" refFor="ch" refForName="compositeNode" fact="0"/>
      <dgm:constr type="w" for="des" forName="parTx"/>
      <dgm:constr type="h" for="des" forName="parTx" op="equ"/>
      <dgm:constr type="h" for="des" forName="parSh" op="equ"/>
      <dgm:constr type="w" for="des" forName="nodeText"/>
      <dgm:constr type="h" for="des" forName="nodeText" op="equ"/>
      <dgm:constr type="w" for="des" forName="parSh"/>
      <dgm:constr type="w" for="des" forName="parSh" op="equ"/>
      <dgm:constr type="primFontSz" for="des" forName="parTx" val="26"/>
      <dgm:constr type="primFontSz" for="des" forName="parTx" op="equ"/>
      <dgm:constr type="primFontSz" for="des" forName="parSh" op="equ"/>
      <dgm:constr type="primFontSz" for="des" forName="nodeText" op="equ"/>
      <dgm:constr type="secFontSz" for="des" forName="nodeText" op="equ"/>
      <dgm:constr type="primFontSz" for="des" forName="sibTransNodeCircle" op="equ"/>
      <dgm:constr type="h" for="des" forName="sibTransNodeCircle" op="equ"/>
      <dgm:constr type="w" for="des" forName="sibTransNodeCircle" op="equ"/>
      <dgm:constr type="h" for="des" forName="parTx" refType="primFontSz" refFor="des" refForName="parTx" fact="1.5"/>
      <dgm:constr type="h" for="ch" forName="compositeNode" refType="h"/>
      <dgm:constr type="h" for="des" forName="parSh" refType="w"/>
      <dgm:constr type="h" for="des" forName="nodeText" refType="primFontSz" refFor="des" refForName="parTx" fact="2.1"/>
      <dgm:constr type="h" for="des" forName="parSh" refType="h" refFor="des" refForName="parTx" op="lte" fact="1.2"/>
      <dgm:constr type="h" for="des" forName="parSh" refType="h" refFor="des" refForName="parTx" op="gte" fact="1.2"/>
    </dgm:constrLst>
    <dgm:ruleLst>
      <dgm:rule type="primFontSz" for="des" forName="parSh" val="5" fact="NaN" max="NaN"/>
    </dgm:ruleLst>
    <dgm:forEach name="Name3" axis="ch" ptType="node">
      <dgm:layoutNode name="compositeNode">
        <dgm:alg type="composite"/>
        <dgm:shape xmlns:r="http://schemas.openxmlformats.org/officeDocument/2006/relationships" r:blip="">
          <dgm:adjLst/>
        </dgm:shape>
        <dgm:presOf/>
        <dgm:choose name="Name004">
          <dgm:if name="Name5" axis="self" ptType="node" func="cnt" op="equ" val="0">
            <dgm:constrLst>
              <dgm:constr type="w" for="ch" forName="parTx" refType="w"/>
              <dgm:constr type="w" for="ch" forName="parSh" refType="w" refFor="ch" refForName="parTx"/>
              <dgm:constr type="w" for="ch" forName="nodeText" refType="w" refFor="ch" refForName="parTx"/>
              <dgm:constr type="t" for="ch" forName="nodeText" refType="b" refFor="ch" refForName="parSh"/>
            </dgm:constrLst>
          </dgm:if>
          <dgm:else name="Name6">
            <dgm:constrLst>
              <dgm:constr type="w" for="ch" forName="parTx" refType="w"/>
              <dgm:constr type="w" for="ch" forName="parSh" refType="w" refFor="ch" refForName="parTx"/>
              <dgm:constr type="w" for="ch" forName="nodeText" refType="w" refFor="ch" refForName="parTx" fact="0.9"/>
              <dgm:constr type="t" for="ch" forName="nodeText" refType="b" refFor="ch" refForName="parSh"/>
            </dgm:constrLst>
          </dgm:else>
        </dgm:choose>
        <dgm:ruleLst>
          <dgm:rule type="h" val="INF" fact="NaN" max="NaN"/>
        </dgm:ruleLst>
        <dgm:layoutNode name="parTx">
          <dgm:varLst>
            <dgm:chMax val="0"/>
            <dgm:chPref val="0"/>
            <dgm:bulletEnabled val="1"/>
          </dgm:varLst>
          <dgm:alg type="tx"/>
          <dgm:shape xmlns:r="http://schemas.openxmlformats.org/officeDocument/2006/relationships" type="rect" r:blip="" zOrderOff="1" hideGeom="1">
            <dgm:adjLst/>
          </dgm:shape>
          <dgm:presOf/>
          <dgm:constrLst>
            <dgm:constr type="h" refType="w" op="lte" fact="0.4"/>
            <dgm:constr type="h"/>
          </dgm:constrLst>
          <dgm:ruleLst>
            <dgm:rule type="h" val="INF" fact="NaN" max="NaN"/>
          </dgm:ruleLst>
        </dgm:layoutNode>
        <dgm:layoutNode name="parSh">
          <dgm:alg type="composite"/>
          <dgm:shape xmlns:r="http://schemas.openxmlformats.org/officeDocument/2006/relationships" r:blip="">
            <dgm:adjLst/>
          </dgm:shape>
          <dgm:presOf axis="self" ptType="node"/>
          <dgm:choose name="casesForFirstAndLastNode">
            <dgm:if name="ifFirstNode" axis="self" ptType="node" func="pos" op="equ" val="1">
              <dgm:choose name="removeLineWhenOnlyOneNode">
                <dgm:if name="ifOnlyOneNode" axis="followSib" ptType="node" func="cnt" op="equ" val="0">
                  <dgm:constrLst>
                    <dgm:constr type="h"/>
                    <dgm:constr type="h" for="ch" forName="lineNode" val="0.002"/>
                    <dgm:constr type="w" for="ch" forName="lineNode" refType="w" fact="0"/>
                    <dgm:constr type="w" for="ch" forName="lineArrowNode" refType="w" fact="0"/>
                    <dgm:constr type="h" for="ch" forName="lineArrowNode" refType="h" fact="0"/>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ifMoreThanOneNode">
                  <dgm:constrLst>
                    <dgm:constr type="h"/>
                    <dgm:constr type="h" for="ch" forName="lineNode" val="0.002"/>
                    <dgm:constr type="w" for="ch" forName="lineNode" refType="w" fact="0.4"/>
                    <dgm:constr type="l" for="ch" forName="lineNode" refType="w" fact="0.5"/>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if>
            <dgm:if name="ifLastNode" axis="self" ptType="node" func="revPos" op="equ" val="1">
              <dgm:constrLst>
                <dgm:constr type="h"/>
                <dgm:constr type="h" for="ch" forName="lineNode" val="0.002"/>
                <dgm:constr type="w" for="ch" forName="lineNode" refType="w" fact="0.45"/>
                <dgm:constr type="w" for="ch" forName="lineArrowNode" refType="w" fact="0"/>
                <dgm:constr type="h" for="ch" forName="lineArrowNode" refType="h" fact="0"/>
                <dgm:constr type="ctrY" for="ch" forName="lineNode" refType="ctrY" refFor="ch" refForName="sibTransNodeCircle"/>
                <dgm:constr type="h" for="ch" forName="sibTransNodeCircle" refType="h"/>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allOtherNodes">
              <dgm:constrLst>
                <dgm:constr type="h"/>
                <dgm:constr type="h" for="ch" forName="lineNode" val="0.002"/>
                <dgm:constr type="w" for="ch" forName="lineNode" refType="w" fact="0.9"/>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layoutNode name="lineNode" styleLbl="alignAccFollowNode1">
            <dgm:alg type="sp"/>
            <dgm:shape xmlns:r="http://schemas.openxmlformats.org/officeDocument/2006/relationships" type="rect" r:blip="">
              <dgm:adjLst/>
            </dgm:shape>
            <dgm:presOf/>
            <dgm:constrLst/>
            <dgm:ruleLst/>
          </dgm:layoutNode>
          <dgm:layoutNode name="lineArrowNode" styleLbl="alignAccFollowNode1">
            <dgm:alg type="sp"/>
            <dgm:shape xmlns:r="http://schemas.openxmlformats.org/officeDocument/2006/relationships" type="chevron" r:blip="">
              <dgm:adjLst>
                <dgm:adj idx="1" val="0.9"/>
              </dgm:adjLst>
            </dgm:shape>
            <dgm:presOf/>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param type="parTxRTLAlign" val="l"/>
              </dgm:alg>
              <dgm:shape xmlns:r="http://schemas.openxmlformats.org/officeDocument/2006/relationships" type="ellipse" r:blip="">
                <dgm:adjLst/>
              </dgm:shape>
              <dgm:constrLst>
                <dgm:constr type="w" refType="h" op="equ"/>
                <dgm:constr type="primFontSz" val="60"/>
                <dgm:constr type="tMarg" refType="w" fact="0.11"/>
                <dgm:constr type="lMarg" refType="w" fact="0.11"/>
                <dgm:constr type="rMarg" refType="w" fact="0.11"/>
                <dgm:constr type="bMarg" refType="w" fact="0.11"/>
              </dgm:constrLst>
              <dgm:ruleLst>
                <dgm:rule type="primFontSz" val="14" fact="NaN" max="NaN"/>
              </dgm:ruleLst>
            </dgm:layoutNode>
            <dgm:layoutNode name="spacerBetweenCircleAndCallout">
              <dgm:varLst/>
              <dgm:presOf/>
              <dgm:alg type="sp"/>
              <dgm:shape xmlns:r="http://schemas.openxmlformats.org/officeDocument/2006/relationships" r:blip="">
                <dgm:adjLst/>
              </dgm:shape>
              <dgm:constrLst/>
              <dgm:ruleLst/>
            </dgm:layoutNode>
          </dgm:forEach>
          <dgm:presOf/>
          <dgm:ruleLst/>
        </dgm:layoutNode>
        <dgm:layoutNode name="nodeText" styleLbl="alignAccFollowNode1">
          <dgm:varLst>
            <dgm:bulletEnabled val="1"/>
          </dgm:varLst>
          <dgm:alg type="tx">
            <dgm:param type="parTxLTRAlign" val="l"/>
            <dgm:param type="parTxRTLAlign" val="r"/>
            <dgm:param type="txAnchorVert" val="t"/>
          </dgm:alg>
          <dgm:shape xmlns:r="http://schemas.openxmlformats.org/officeDocument/2006/relationships" type="upArrowCallout" r:blip="">
            <dgm:adjLst>
              <dgm:adj idx="1" val="0.5"/>
              <dgm:adj idx="2" val="0.2"/>
              <dgm:adj idx="3" val="0.2"/>
              <dgm:adj idx="4" val="1"/>
            </dgm:adjLst>
          </dgm:shape>
          <dgm:presOf axis="desOrSelf" ptType="node"/>
          <dgm:constrLst>
            <dgm:constr type="secFontSz" val="16"/>
            <dgm:constr type="primFontSz" val="26"/>
            <dgm:constr type="h"/>
            <dgm:constr type="tMarg" val="13"/>
            <dgm:constr type="lMarg" refType="w" fact="0.2236"/>
            <dgm:constr type="rMarg" refType="w" fact="0.2236"/>
            <dgm:constr type="bMarg" val="13"/>
          </dgm:constrLst>
          <dgm:ruleLst>
            <dgm:rule type="secFontSz" val="11" fact="NaN" max="NaN"/>
            <dgm:rule type="primFontSz" val="11" fact="NaN" max="NaN"/>
            <dgm:rule type="h" val="INF" fact="NaN" max="NaN"/>
          </dgm:ruleLst>
        </dgm:layoutNode>
      </dgm:layoutNode>
      <dgm:forEach name="sibTransForEach" axis="followSib" ptType="sibTrans" cnt="1">
        <dgm:layoutNode name="sibTransComposite" styleLbl="alignAccFollowNode1">
          <dgm:alg type="sp"/>
          <dgm:shape xmlns:r="http://schemas.openxmlformats.org/officeDocument/2006/relationships" r:blip="">
            <dgm:adjLst/>
          </dgm:shape>
          <dgm:ruleLst/>
        </dgm:layoutNode>
        <dgm:ruleLst>
          <dgm:rule type="h" val="INF" fact="NaN" max="NaN"/>
        </dgm:ruleLst>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12/11/2025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0.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8.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5219498-D544-41AC-98FE-8F956EF66A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500DBFC-17A9-4E0A-AEE2-A49F9AEEF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603504" y="4267832"/>
            <a:ext cx="3604497" cy="1297115"/>
          </a:xfrm>
        </p:spPr>
        <p:txBody>
          <a:bodyPr anchor="t">
            <a:normAutofit/>
          </a:bodyPr>
          <a:lstStyle/>
          <a:p>
            <a:pPr algn="l">
              <a:lnSpc>
                <a:spcPct val="90000"/>
              </a:lnSpc>
            </a:pPr>
            <a:r>
              <a:rPr lang="en-US" sz="2700">
                <a:solidFill>
                  <a:schemeClr val="tx2"/>
                </a:solidFill>
              </a:rPr>
              <a:t>NFL Home-Field Advantage in the Mahomes Era</a:t>
            </a:r>
          </a:p>
        </p:txBody>
      </p:sp>
      <p:sp>
        <p:nvSpPr>
          <p:cNvPr id="3" name="Subtitle 2"/>
          <p:cNvSpPr>
            <a:spLocks noGrp="1"/>
          </p:cNvSpPr>
          <p:nvPr>
            <p:ph type="subTitle" idx="1"/>
          </p:nvPr>
        </p:nvSpPr>
        <p:spPr>
          <a:xfrm>
            <a:off x="603504" y="3428999"/>
            <a:ext cx="3604268" cy="838831"/>
          </a:xfrm>
        </p:spPr>
        <p:txBody>
          <a:bodyPr anchor="b">
            <a:normAutofit/>
          </a:bodyPr>
          <a:lstStyle/>
          <a:p>
            <a:pPr algn="l">
              <a:lnSpc>
                <a:spcPct val="90000"/>
              </a:lnSpc>
            </a:pPr>
            <a:r>
              <a:rPr lang="en-US" sz="1100" dirty="0">
                <a:solidFill>
                  <a:schemeClr val="tx2"/>
                </a:solidFill>
              </a:rPr>
              <a:t>Evidence from Game Outcomes, 2018–Present</a:t>
            </a:r>
          </a:p>
          <a:p>
            <a:pPr algn="l">
              <a:lnSpc>
                <a:spcPct val="90000"/>
              </a:lnSpc>
            </a:pPr>
            <a:r>
              <a:rPr lang="en-US" sz="1100" dirty="0">
                <a:solidFill>
                  <a:schemeClr val="tx2"/>
                </a:solidFill>
              </a:rPr>
              <a:t>BUS 446 – Final Project</a:t>
            </a:r>
            <a:endParaRPr lang="en-US" sz="1100" dirty="0">
              <a:solidFill>
                <a:schemeClr val="tx2"/>
              </a:solidFill>
              <a:ea typeface="Calibri"/>
              <a:cs typeface="Calibri"/>
            </a:endParaRPr>
          </a:p>
          <a:p>
            <a:pPr algn="l">
              <a:lnSpc>
                <a:spcPct val="90000"/>
              </a:lnSpc>
            </a:pPr>
            <a:r>
              <a:rPr lang="en-US" sz="1100" dirty="0">
                <a:solidFill>
                  <a:schemeClr val="tx2"/>
                </a:solidFill>
              </a:rPr>
              <a:t>Group Members: Vitor, Rodrigo, Connor, Madhia</a:t>
            </a:r>
            <a:endParaRPr lang="en-US" sz="1100" dirty="0">
              <a:solidFill>
                <a:schemeClr val="tx2"/>
              </a:solidFill>
              <a:ea typeface="Calibri"/>
              <a:cs typeface="Calibri"/>
            </a:endParaRPr>
          </a:p>
        </p:txBody>
      </p:sp>
      <p:grpSp>
        <p:nvGrpSpPr>
          <p:cNvPr id="14" name="Group 13">
            <a:extLst>
              <a:ext uri="{FF2B5EF4-FFF2-40B4-BE49-F238E27FC236}">
                <a16:creationId xmlns:a16="http://schemas.microsoft.com/office/drawing/2014/main" id="{D74613BB-817C-4C4F-8A24-4936F2F064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575767" y="52996"/>
            <a:ext cx="4570022" cy="6805005"/>
            <a:chOff x="6101023" y="52996"/>
            <a:chExt cx="6093363" cy="6805005"/>
          </a:xfrm>
        </p:grpSpPr>
        <p:sp>
          <p:nvSpPr>
            <p:cNvPr id="23" name="Freeform: Shape 22">
              <a:extLst>
                <a:ext uri="{FF2B5EF4-FFF2-40B4-BE49-F238E27FC236}">
                  <a16:creationId xmlns:a16="http://schemas.microsoft.com/office/drawing/2014/main" id="{926C820D-9A01-44F0-AE18-C2DAB089B8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01024" y="52997"/>
              <a:ext cx="6093362" cy="6805004"/>
            </a:xfrm>
            <a:custGeom>
              <a:avLst/>
              <a:gdLst>
                <a:gd name="connsiteX0" fmla="*/ 3517682 w 5890490"/>
                <a:gd name="connsiteY0" fmla="*/ 0 h 6578439"/>
                <a:gd name="connsiteX1" fmla="*/ 5849513 w 5890490"/>
                <a:gd name="connsiteY1" fmla="*/ 841730 h 6578439"/>
                <a:gd name="connsiteX2" fmla="*/ 5890490 w 5890490"/>
                <a:gd name="connsiteY2" fmla="*/ 879060 h 6578439"/>
                <a:gd name="connsiteX3" fmla="*/ 5890490 w 5890490"/>
                <a:gd name="connsiteY3" fmla="*/ 1816052 h 6578439"/>
                <a:gd name="connsiteX4" fmla="*/ 5856961 w 5890490"/>
                <a:gd name="connsiteY4" fmla="*/ 1771023 h 6578439"/>
                <a:gd name="connsiteX5" fmla="*/ 5655397 w 5890490"/>
                <a:gd name="connsiteY5" fmla="*/ 1548813 h 6578439"/>
                <a:gd name="connsiteX6" fmla="*/ 3517682 w 5890490"/>
                <a:gd name="connsiteY6" fmla="*/ 658717 h 6578439"/>
                <a:gd name="connsiteX7" fmla="*/ 2395696 w 5890490"/>
                <a:gd name="connsiteY7" fmla="*/ 850721 h 6578439"/>
                <a:gd name="connsiteX8" fmla="*/ 1519955 w 5890490"/>
                <a:gd name="connsiteY8" fmla="*/ 1450441 h 6578439"/>
                <a:gd name="connsiteX9" fmla="*/ 1223630 w 5890490"/>
                <a:gd name="connsiteY9" fmla="*/ 1841430 h 6578439"/>
                <a:gd name="connsiteX10" fmla="*/ 1075857 w 5890490"/>
                <a:gd name="connsiteY10" fmla="*/ 2329343 h 6578439"/>
                <a:gd name="connsiteX11" fmla="*/ 731010 w 5890490"/>
                <a:gd name="connsiteY11" fmla="*/ 3483744 h 6578439"/>
                <a:gd name="connsiteX12" fmla="*/ 741000 w 5890490"/>
                <a:gd name="connsiteY12" fmla="*/ 4479719 h 6578439"/>
                <a:gd name="connsiteX13" fmla="*/ 1315615 w 5890490"/>
                <a:gd name="connsiteY13" fmla="*/ 5443827 h 6578439"/>
                <a:gd name="connsiteX14" fmla="*/ 2277503 w 5890490"/>
                <a:gd name="connsiteY14" fmla="*/ 6259386 h 6578439"/>
                <a:gd name="connsiteX15" fmla="*/ 3439448 w 5890490"/>
                <a:gd name="connsiteY15" fmla="*/ 6551739 h 6578439"/>
                <a:gd name="connsiteX16" fmla="*/ 4408732 w 5890490"/>
                <a:gd name="connsiteY16" fmla="*/ 6255172 h 6578439"/>
                <a:gd name="connsiteX17" fmla="*/ 5343243 w 5890490"/>
                <a:gd name="connsiteY17" fmla="*/ 5442509 h 6578439"/>
                <a:gd name="connsiteX18" fmla="*/ 5745566 w 5890490"/>
                <a:gd name="connsiteY18" fmla="*/ 5056656 h 6578439"/>
                <a:gd name="connsiteX19" fmla="*/ 5890490 w 5890490"/>
                <a:gd name="connsiteY19" fmla="*/ 4920880 h 6578439"/>
                <a:gd name="connsiteX20" fmla="*/ 5890490 w 5890490"/>
                <a:gd name="connsiteY20" fmla="*/ 5821966 h 6578439"/>
                <a:gd name="connsiteX21" fmla="*/ 5802002 w 5890490"/>
                <a:gd name="connsiteY21" fmla="*/ 5907904 h 6578439"/>
                <a:gd name="connsiteX22" fmla="*/ 5294358 w 5890490"/>
                <a:gd name="connsiteY22" fmla="*/ 6397505 h 6578439"/>
                <a:gd name="connsiteX23" fmla="*/ 5077178 w 5890490"/>
                <a:gd name="connsiteY23" fmla="*/ 6578439 h 6578439"/>
                <a:gd name="connsiteX24" fmla="*/ 1567290 w 5890490"/>
                <a:gd name="connsiteY24" fmla="*/ 6578439 h 6578439"/>
                <a:gd name="connsiteX25" fmla="*/ 1508588 w 5890490"/>
                <a:gd name="connsiteY25" fmla="*/ 6535186 h 6578439"/>
                <a:gd name="connsiteX26" fmla="*/ 826498 w 5890490"/>
                <a:gd name="connsiteY26" fmla="*/ 5876034 h 6578439"/>
                <a:gd name="connsiteX27" fmla="*/ 122403 w 5890490"/>
                <a:gd name="connsiteY27" fmla="*/ 3255655 h 6578439"/>
                <a:gd name="connsiteX28" fmla="*/ 1061197 w 5890490"/>
                <a:gd name="connsiteY28" fmla="*/ 984650 h 6578439"/>
                <a:gd name="connsiteX29" fmla="*/ 3517682 w 5890490"/>
                <a:gd name="connsiteY29"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890490" h="6578439">
                  <a:moveTo>
                    <a:pt x="3517682" y="0"/>
                  </a:moveTo>
                  <a:cubicBezTo>
                    <a:pt x="4402016" y="0"/>
                    <a:pt x="5213741" y="315483"/>
                    <a:pt x="5849513" y="841730"/>
                  </a:cubicBezTo>
                  <a:lnTo>
                    <a:pt x="5890490" y="879060"/>
                  </a:lnTo>
                  <a:lnTo>
                    <a:pt x="5890490" y="1816052"/>
                  </a:lnTo>
                  <a:lnTo>
                    <a:pt x="5856961" y="1771023"/>
                  </a:lnTo>
                  <a:cubicBezTo>
                    <a:pt x="5793650" y="1694076"/>
                    <a:pt x="5726429" y="1619959"/>
                    <a:pt x="5655397" y="1548813"/>
                  </a:cubicBezTo>
                  <a:cubicBezTo>
                    <a:pt x="5082208" y="974906"/>
                    <a:pt x="4322973" y="658717"/>
                    <a:pt x="3517682" y="658717"/>
                  </a:cubicBezTo>
                  <a:cubicBezTo>
                    <a:pt x="3085520" y="658717"/>
                    <a:pt x="2718488" y="721533"/>
                    <a:pt x="2395696" y="850721"/>
                  </a:cubicBezTo>
                  <a:cubicBezTo>
                    <a:pt x="2079132" y="977407"/>
                    <a:pt x="1792668" y="1173626"/>
                    <a:pt x="1519955" y="1450441"/>
                  </a:cubicBezTo>
                  <a:cubicBezTo>
                    <a:pt x="1330275" y="1642840"/>
                    <a:pt x="1263719" y="1756094"/>
                    <a:pt x="1223630" y="1841430"/>
                  </a:cubicBezTo>
                  <a:cubicBezTo>
                    <a:pt x="1166545" y="1962981"/>
                    <a:pt x="1128532" y="2116663"/>
                    <a:pt x="1075857" y="2329343"/>
                  </a:cubicBezTo>
                  <a:cubicBezTo>
                    <a:pt x="1008652" y="2601153"/>
                    <a:pt x="916537" y="2973574"/>
                    <a:pt x="731010" y="3483744"/>
                  </a:cubicBezTo>
                  <a:cubicBezTo>
                    <a:pt x="617488" y="3795981"/>
                    <a:pt x="620731" y="4121653"/>
                    <a:pt x="741000" y="4479719"/>
                  </a:cubicBezTo>
                  <a:cubicBezTo>
                    <a:pt x="847257" y="4796172"/>
                    <a:pt x="1045888" y="5129481"/>
                    <a:pt x="1315615" y="5443827"/>
                  </a:cubicBezTo>
                  <a:cubicBezTo>
                    <a:pt x="1630753" y="5810980"/>
                    <a:pt x="1945371" y="6077784"/>
                    <a:pt x="2277503" y="6259386"/>
                  </a:cubicBezTo>
                  <a:cubicBezTo>
                    <a:pt x="2637530" y="6456133"/>
                    <a:pt x="3017536" y="6551739"/>
                    <a:pt x="3439448" y="6551739"/>
                  </a:cubicBezTo>
                  <a:cubicBezTo>
                    <a:pt x="3781571" y="6551739"/>
                    <a:pt x="4089573" y="6457449"/>
                    <a:pt x="4408732" y="6255172"/>
                  </a:cubicBezTo>
                  <a:cubicBezTo>
                    <a:pt x="4738010" y="6046310"/>
                    <a:pt x="5050941" y="5739207"/>
                    <a:pt x="5343243" y="5442509"/>
                  </a:cubicBezTo>
                  <a:cubicBezTo>
                    <a:pt x="5479860" y="5303970"/>
                    <a:pt x="5614918" y="5178206"/>
                    <a:pt x="5745566" y="5056656"/>
                  </a:cubicBezTo>
                  <a:lnTo>
                    <a:pt x="5890490" y="4920880"/>
                  </a:lnTo>
                  <a:lnTo>
                    <a:pt x="5890490" y="5821966"/>
                  </a:lnTo>
                  <a:lnTo>
                    <a:pt x="5802002"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flip="none" rotWithShape="1">
              <a:gsLst>
                <a:gs pos="2000">
                  <a:schemeClr val="bg1">
                    <a:alpha val="10000"/>
                  </a:schemeClr>
                </a:gs>
                <a:gs pos="16000">
                  <a:schemeClr val="accent6">
                    <a:alpha val="5000"/>
                  </a:schemeClr>
                </a:gs>
                <a:gs pos="100000">
                  <a:schemeClr val="bg1">
                    <a:alpha val="10000"/>
                  </a:schemeClr>
                </a:gs>
                <a:gs pos="85000">
                  <a:schemeClr val="accent1">
                    <a:alpha val="5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458B604F-996E-4349-B131-E04ED285D8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01025"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flip="none" rotWithShape="1">
              <a:gsLst>
                <a:gs pos="2000">
                  <a:schemeClr val="bg1">
                    <a:alpha val="10000"/>
                  </a:schemeClr>
                </a:gs>
                <a:gs pos="16000">
                  <a:schemeClr val="accent6">
                    <a:alpha val="5000"/>
                  </a:schemeClr>
                </a:gs>
                <a:gs pos="100000">
                  <a:schemeClr val="bg1">
                    <a:alpha val="10000"/>
                  </a:schemeClr>
                </a:gs>
                <a:gs pos="85000">
                  <a:schemeClr val="accent1">
                    <a:alpha val="5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27CCEAF3-651B-4605-AE58-F96E227036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01023"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flip="none" rotWithShape="1">
              <a:gsLst>
                <a:gs pos="2000">
                  <a:schemeClr val="bg1"/>
                </a:gs>
                <a:gs pos="16000">
                  <a:schemeClr val="accent6">
                    <a:alpha val="10000"/>
                  </a:schemeClr>
                </a:gs>
                <a:gs pos="100000">
                  <a:schemeClr val="bg1">
                    <a:alpha val="10000"/>
                  </a:schemeClr>
                </a:gs>
                <a:gs pos="85000">
                  <a:schemeClr val="accent1">
                    <a:alpha val="1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ED519330-E5F1-4248-B58C-1AA0D9E6DA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01024"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flip="none" rotWithShape="1">
              <a:gsLst>
                <a:gs pos="2000">
                  <a:schemeClr val="bg1">
                    <a:alpha val="10000"/>
                  </a:schemeClr>
                </a:gs>
                <a:gs pos="16000">
                  <a:schemeClr val="accent6">
                    <a:alpha val="5000"/>
                  </a:schemeClr>
                </a:gs>
                <a:gs pos="100000">
                  <a:schemeClr val="bg1">
                    <a:alpha val="10000"/>
                  </a:schemeClr>
                </a:gs>
                <a:gs pos="85000">
                  <a:schemeClr val="accent1">
                    <a:alpha val="1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Graphic 6" descr="Football">
            <a:extLst>
              <a:ext uri="{FF2B5EF4-FFF2-40B4-BE49-F238E27FC236}">
                <a16:creationId xmlns:a16="http://schemas.microsoft.com/office/drawing/2014/main" id="{E865CAFB-67D3-803A-99C7-39DB4182808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76992" y="2216469"/>
            <a:ext cx="3106320" cy="3106320"/>
          </a:xfrm>
          <a:prstGeom prst="rect">
            <a:avLst/>
          </a:prstGeom>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Table of Contents</a:t>
            </a:r>
          </a:p>
        </p:txBody>
      </p:sp>
      <p:graphicFrame>
        <p:nvGraphicFramePr>
          <p:cNvPr id="5" name="Content Placeholder 2">
            <a:extLst>
              <a:ext uri="{FF2B5EF4-FFF2-40B4-BE49-F238E27FC236}">
                <a16:creationId xmlns:a16="http://schemas.microsoft.com/office/drawing/2014/main" id="{93A5E44C-ADB9-9A15-9325-C317880925F7}"/>
              </a:ext>
            </a:extLst>
          </p:cNvPr>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7" y="348865"/>
            <a:ext cx="7533018" cy="877729"/>
          </a:xfrm>
        </p:spPr>
        <p:txBody>
          <a:bodyPr anchor="ctr">
            <a:normAutofit/>
          </a:bodyPr>
          <a:lstStyle/>
          <a:p>
            <a:r>
              <a:rPr lang="en-US" sz="3500">
                <a:solidFill>
                  <a:srgbClr val="FFFFFF"/>
                </a:solidFill>
              </a:rPr>
              <a:t>Understanding Home-Field Advantage</a:t>
            </a:r>
          </a:p>
        </p:txBody>
      </p:sp>
      <p:graphicFrame>
        <p:nvGraphicFramePr>
          <p:cNvPr id="5" name="Content Placeholder 2">
            <a:extLst>
              <a:ext uri="{FF2B5EF4-FFF2-40B4-BE49-F238E27FC236}">
                <a16:creationId xmlns:a16="http://schemas.microsoft.com/office/drawing/2014/main" id="{18585BC2-EDE3-7E82-B985-2AD54C91D5AC}"/>
              </a:ext>
            </a:extLst>
          </p:cNvPr>
          <p:cNvGraphicFramePr>
            <a:graphicFrameLocks noGrp="1"/>
          </p:cNvGraphicFramePr>
          <p:nvPr>
            <p:ph idx="1"/>
            <p:extLst>
              <p:ext uri="{D42A27DB-BD31-4B8C-83A1-F6EECF244321}">
                <p14:modId xmlns:p14="http://schemas.microsoft.com/office/powerpoint/2010/main" val="222996322"/>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256032"/>
            <a:ext cx="7879842" cy="1014984"/>
          </a:xfrm>
        </p:spPr>
        <p:txBody>
          <a:bodyPr anchor="b">
            <a:normAutofit/>
          </a:bodyPr>
          <a:lstStyle/>
          <a:p>
            <a:r>
              <a:t>Why This Matters for Business</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464" y="1634502"/>
            <a:ext cx="783869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30936" y="1538176"/>
            <a:ext cx="1405092"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FA796B80-B38E-85E8-F758-ACD5EEFC2B49}"/>
              </a:ext>
            </a:extLst>
          </p:cNvPr>
          <p:cNvGraphicFramePr>
            <a:graphicFrameLocks noGrp="1"/>
          </p:cNvGraphicFramePr>
          <p:nvPr>
            <p:ph idx="1"/>
            <p:extLst>
              <p:ext uri="{D42A27DB-BD31-4B8C-83A1-F6EECF244321}">
                <p14:modId xmlns:p14="http://schemas.microsoft.com/office/powerpoint/2010/main" val="2254411195"/>
              </p:ext>
            </p:extLst>
          </p:nvPr>
        </p:nvGraphicFramePr>
        <p:xfrm>
          <a:off x="628650" y="1926266"/>
          <a:ext cx="78867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570578" y="802955"/>
            <a:ext cx="3733482" cy="1454051"/>
          </a:xfrm>
        </p:spPr>
        <p:txBody>
          <a:bodyPr>
            <a:normAutofit/>
          </a:bodyPr>
          <a:lstStyle/>
          <a:p>
            <a:r>
              <a:rPr lang="en-US" sz="3100">
                <a:solidFill>
                  <a:schemeClr val="tx2"/>
                </a:solidFill>
              </a:rPr>
              <a:t>Research Questions</a:t>
            </a:r>
          </a:p>
        </p:txBody>
      </p:sp>
      <p:pic>
        <p:nvPicPr>
          <p:cNvPr id="7" name="Graphic 6" descr="House">
            <a:extLst>
              <a:ext uri="{FF2B5EF4-FFF2-40B4-BE49-F238E27FC236}">
                <a16:creationId xmlns:a16="http://schemas.microsoft.com/office/drawing/2014/main" id="{064D66E3-81C0-59A6-D478-2E54111503A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9534" y="2230670"/>
            <a:ext cx="2746373" cy="2746373"/>
          </a:xfrm>
          <a:prstGeom prst="rect">
            <a:avLst/>
          </a:prstGeom>
        </p:spPr>
      </p:pic>
      <p:sp>
        <p:nvSpPr>
          <p:cNvPr id="3" name="Content Placeholder 2"/>
          <p:cNvSpPr>
            <a:spLocks noGrp="1"/>
          </p:cNvSpPr>
          <p:nvPr>
            <p:ph idx="1"/>
          </p:nvPr>
        </p:nvSpPr>
        <p:spPr>
          <a:xfrm>
            <a:off x="4567930" y="2421682"/>
            <a:ext cx="3733184" cy="3639289"/>
          </a:xfrm>
        </p:spPr>
        <p:txBody>
          <a:bodyPr anchor="ctr">
            <a:normAutofit/>
          </a:bodyPr>
          <a:lstStyle/>
          <a:p>
            <a:pPr>
              <a:lnSpc>
                <a:spcPct val="90000"/>
              </a:lnSpc>
            </a:pPr>
            <a:r>
              <a:rPr lang="en-US" sz="1600">
                <a:solidFill>
                  <a:schemeClr val="tx2"/>
                </a:solidFill>
              </a:rPr>
              <a:t>1. What is the overall magnitude of home-field advantage from 2018–present, using home win percentage and average score differential, compared to a 50% win baseline and 0-point average score difference?</a:t>
            </a:r>
          </a:p>
          <a:p>
            <a:pPr>
              <a:lnSpc>
                <a:spcPct val="90000"/>
              </a:lnSpc>
            </a:pPr>
            <a:r>
              <a:rPr lang="en-US" sz="1600">
                <a:solidFill>
                  <a:schemeClr val="tx2"/>
                </a:solidFill>
              </a:rPr>
              <a:t>2. How has home-field advantage changed over time, especially before, during, and after the COVID-affected 2020 season?</a:t>
            </a:r>
          </a:p>
          <a:p>
            <a:pPr>
              <a:lnSpc>
                <a:spcPct val="90000"/>
              </a:lnSpc>
            </a:pPr>
            <a:r>
              <a:rPr lang="en-US" sz="1600">
                <a:solidFill>
                  <a:schemeClr val="tx2"/>
                </a:solidFill>
              </a:rPr>
              <a:t>3. Does home-field advantage differ between regular season and playoff games, and do certain teams show especially strong or weak home performance?</a:t>
            </a:r>
          </a:p>
        </p:txBody>
      </p:sp>
      <p:grpSp>
        <p:nvGrpSpPr>
          <p:cNvPr id="14" name="Group 13">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976" y="52996"/>
            <a:ext cx="4446455" cy="6805005"/>
            <a:chOff x="6095999" y="52996"/>
            <a:chExt cx="6093363" cy="6805005"/>
          </a:xfrm>
          <a:solidFill>
            <a:schemeClr val="accent5">
              <a:alpha val="10000"/>
            </a:schemeClr>
          </a:solidFill>
        </p:grpSpPr>
        <p:sp>
          <p:nvSpPr>
            <p:cNvPr id="15" name="Freeform: Shape 14">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391835"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2" y="350196"/>
            <a:ext cx="3485178" cy="1624520"/>
          </a:xfrm>
        </p:spPr>
        <p:txBody>
          <a:bodyPr anchor="ctr">
            <a:normAutofit/>
          </a:bodyPr>
          <a:lstStyle/>
          <a:p>
            <a:pPr>
              <a:lnSpc>
                <a:spcPct val="90000"/>
              </a:lnSpc>
            </a:pPr>
            <a:r>
              <a:rPr lang="en-US" sz="3500"/>
              <a:t>Dataset: NFL Game Outcomes (2018–Present)</a:t>
            </a:r>
          </a:p>
        </p:txBody>
      </p:sp>
      <p:sp>
        <p:nvSpPr>
          <p:cNvPr id="3" name="Content Placeholder 2"/>
          <p:cNvSpPr>
            <a:spLocks noGrp="1"/>
          </p:cNvSpPr>
          <p:nvPr>
            <p:ph idx="1"/>
          </p:nvPr>
        </p:nvSpPr>
        <p:spPr>
          <a:xfrm>
            <a:off x="571351" y="2743200"/>
            <a:ext cx="3485179" cy="3613149"/>
          </a:xfrm>
        </p:spPr>
        <p:txBody>
          <a:bodyPr anchor="ctr">
            <a:normAutofit/>
          </a:bodyPr>
          <a:lstStyle/>
          <a:p>
            <a:r>
              <a:rPr lang="en-US" sz="1700"/>
              <a:t>Source: SCORE Sports Data Repository – “National Football League Game Outcomes”.</a:t>
            </a:r>
          </a:p>
          <a:p>
            <a:r>
              <a:rPr lang="en-US" sz="1700"/>
              <a:t>Coverage: all regular season and playoff games from the 2018 season onward.</a:t>
            </a:r>
          </a:p>
          <a:p>
            <a:r>
              <a:rPr lang="en-US" sz="1700"/>
              <a:t>Observations: 1,657 games, each row represents a single game.</a:t>
            </a:r>
          </a:p>
          <a:p>
            <a:r>
              <a:rPr lang="en-US" sz="1700"/>
              <a:t>Focus: recent “Mahomes era”, reflecting modern NFL style and rules.</a:t>
            </a:r>
          </a:p>
        </p:txBody>
      </p:sp>
      <p:pic>
        <p:nvPicPr>
          <p:cNvPr id="5" name="Picture 4" descr="Football line of scrimmage">
            <a:extLst>
              <a:ext uri="{FF2B5EF4-FFF2-40B4-BE49-F238E27FC236}">
                <a16:creationId xmlns:a16="http://schemas.microsoft.com/office/drawing/2014/main" id="{92E62A0E-1C61-468C-36B0-BA4BD3F6EAEA}"/>
              </a:ext>
            </a:extLst>
          </p:cNvPr>
          <p:cNvPicPr>
            <a:picLocks noChangeAspect="1"/>
          </p:cNvPicPr>
          <p:nvPr/>
        </p:nvPicPr>
        <p:blipFill>
          <a:blip r:embed="rId2"/>
          <a:srcRect l="34886" r="20110" b="1"/>
          <a:stretch>
            <a:fillRect/>
          </a:stretch>
        </p:blipFill>
        <p:spPr>
          <a:xfrm>
            <a:off x="4572000" y="1"/>
            <a:ext cx="4577118"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7" y="348865"/>
            <a:ext cx="7533018" cy="877729"/>
          </a:xfrm>
        </p:spPr>
        <p:txBody>
          <a:bodyPr anchor="ctr">
            <a:normAutofit/>
          </a:bodyPr>
          <a:lstStyle/>
          <a:p>
            <a:r>
              <a:rPr lang="en-US" sz="3500">
                <a:solidFill>
                  <a:srgbClr val="FFFFFF"/>
                </a:solidFill>
              </a:rPr>
              <a:t>Key Variables</a:t>
            </a:r>
          </a:p>
        </p:txBody>
      </p:sp>
      <p:graphicFrame>
        <p:nvGraphicFramePr>
          <p:cNvPr id="5" name="Content Placeholder 2">
            <a:extLst>
              <a:ext uri="{FF2B5EF4-FFF2-40B4-BE49-F238E27FC236}">
                <a16:creationId xmlns:a16="http://schemas.microsoft.com/office/drawing/2014/main" id="{AF1D5655-1318-A0E7-1051-AD5457E4A954}"/>
              </a:ext>
            </a:extLst>
          </p:cNvPr>
          <p:cNvGraphicFramePr>
            <a:graphicFrameLocks noGrp="1"/>
          </p:cNvGraphicFramePr>
          <p:nvPr>
            <p:ph idx="1"/>
            <p:extLst>
              <p:ext uri="{D42A27DB-BD31-4B8C-83A1-F6EECF244321}">
                <p14:modId xmlns:p14="http://schemas.microsoft.com/office/powerpoint/2010/main" val="1443522227"/>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5125" y="1153572"/>
            <a:ext cx="2400300" cy="4461163"/>
          </a:xfrm>
        </p:spPr>
        <p:txBody>
          <a:bodyPr>
            <a:normAutofit/>
          </a:bodyPr>
          <a:lstStyle/>
          <a:p>
            <a:r>
              <a:rPr lang="en-US" sz="3700">
                <a:solidFill>
                  <a:srgbClr val="FFFFFF"/>
                </a:solidFill>
              </a:rPr>
              <a:t>Data Limitations &amp; Context</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p:cNvSpPr>
            <a:spLocks noGrp="1"/>
          </p:cNvSpPr>
          <p:nvPr>
            <p:ph idx="1"/>
          </p:nvPr>
        </p:nvSpPr>
        <p:spPr>
          <a:xfrm>
            <a:off x="3335481" y="591344"/>
            <a:ext cx="5179868" cy="5585619"/>
          </a:xfrm>
        </p:spPr>
        <p:txBody>
          <a:bodyPr anchor="ctr">
            <a:normAutofit/>
          </a:bodyPr>
          <a:lstStyle/>
          <a:p>
            <a:pPr>
              <a:lnSpc>
                <a:spcPct val="90000"/>
              </a:lnSpc>
            </a:pPr>
            <a:r>
              <a:rPr lang="en-US" sz="2500"/>
              <a:t>Time period limited to 2018–present; does not cover older NFL eras.</a:t>
            </a:r>
          </a:p>
          <a:p>
            <a:pPr>
              <a:lnSpc>
                <a:spcPct val="90000"/>
              </a:lnSpc>
            </a:pPr>
            <a:r>
              <a:rPr lang="en-US" sz="2500"/>
              <a:t>Only game-level outcomes; no player stats, betting lines, travel distance, or weather.</a:t>
            </a:r>
          </a:p>
          <a:p>
            <a:pPr>
              <a:lnSpc>
                <a:spcPct val="90000"/>
              </a:lnSpc>
            </a:pPr>
            <a:r>
              <a:rPr lang="en-US" sz="2500"/>
              <a:t>Some franchise naming changes (e.g., Raiders as OAK vs LV) require simple cleaning.</a:t>
            </a:r>
          </a:p>
          <a:p>
            <a:pPr>
              <a:lnSpc>
                <a:spcPct val="90000"/>
              </a:lnSpc>
            </a:pPr>
            <a:r>
              <a:rPr lang="en-US" sz="2500"/>
              <a:t>League-wide context (rule changes, COVID-19) may influence results but is not coded.</a:t>
            </a:r>
          </a:p>
          <a:p>
            <a:pPr>
              <a:lnSpc>
                <a:spcPct val="90000"/>
              </a:lnSpc>
            </a:pPr>
            <a:r>
              <a:rPr lang="en-US" sz="2500"/>
              <a:t>Dataset is still ideal for win percentage and score differential analysis.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39858" y="1683756"/>
            <a:ext cx="2336449" cy="2396359"/>
          </a:xfrm>
        </p:spPr>
        <p:txBody>
          <a:bodyPr anchor="b">
            <a:normAutofit/>
          </a:bodyPr>
          <a:lstStyle/>
          <a:p>
            <a:pPr algn="r"/>
            <a:r>
              <a:rPr lang="en-US" sz="3000">
                <a:solidFill>
                  <a:srgbClr val="FFFFFF"/>
                </a:solidFill>
              </a:rPr>
              <a:t>Methodology</a:t>
            </a:r>
          </a:p>
        </p:txBody>
      </p:sp>
      <p:graphicFrame>
        <p:nvGraphicFramePr>
          <p:cNvPr id="5" name="Content Placeholder 2">
            <a:extLst>
              <a:ext uri="{FF2B5EF4-FFF2-40B4-BE49-F238E27FC236}">
                <a16:creationId xmlns:a16="http://schemas.microsoft.com/office/drawing/2014/main" id="{58686F3B-A5F9-C2AB-BCAA-EC74AE658AAE}"/>
              </a:ext>
            </a:extLst>
          </p:cNvPr>
          <p:cNvGraphicFramePr>
            <a:graphicFrameLocks noGrp="1"/>
          </p:cNvGraphicFramePr>
          <p:nvPr>
            <p:ph idx="1"/>
            <p:extLst>
              <p:ext uri="{D42A27DB-BD31-4B8C-83A1-F6EECF244321}">
                <p14:modId xmlns:p14="http://schemas.microsoft.com/office/powerpoint/2010/main" val="1262887938"/>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391835"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2" y="350196"/>
            <a:ext cx="3485178" cy="1624520"/>
          </a:xfrm>
        </p:spPr>
        <p:txBody>
          <a:bodyPr anchor="ctr">
            <a:normAutofit/>
          </a:bodyPr>
          <a:lstStyle/>
          <a:p>
            <a:r>
              <a:rPr lang="en-US" sz="3500"/>
              <a:t>Statistical Approach</a:t>
            </a:r>
          </a:p>
        </p:txBody>
      </p:sp>
      <p:sp>
        <p:nvSpPr>
          <p:cNvPr id="3" name="Content Placeholder 2"/>
          <p:cNvSpPr>
            <a:spLocks noGrp="1"/>
          </p:cNvSpPr>
          <p:nvPr>
            <p:ph idx="1"/>
          </p:nvPr>
        </p:nvSpPr>
        <p:spPr>
          <a:xfrm>
            <a:off x="571351" y="2743200"/>
            <a:ext cx="3485179" cy="3613149"/>
          </a:xfrm>
        </p:spPr>
        <p:txBody>
          <a:bodyPr anchor="ctr">
            <a:normAutofit/>
          </a:bodyPr>
          <a:lstStyle/>
          <a:p>
            <a:r>
              <a:rPr lang="en-US" sz="1700"/>
              <a:t>Descriptive statistics for home win rate and score_diff.</a:t>
            </a:r>
          </a:p>
          <a:p>
            <a:r>
              <a:rPr lang="en-US" sz="1700"/>
              <a:t>Optional inference: test if home win rate &gt; 50% (proportion test).</a:t>
            </a:r>
          </a:p>
          <a:p>
            <a:r>
              <a:rPr lang="en-US" sz="1700"/>
              <a:t>Optional inference: test if mean score_diff &gt; 0 (one-sample t-test).</a:t>
            </a:r>
          </a:p>
          <a:p>
            <a:r>
              <a:rPr lang="en-US" sz="1700"/>
              <a:t>Use Excel, R, or Python to compute results and build the charts shown in this deck.</a:t>
            </a:r>
          </a:p>
        </p:txBody>
      </p:sp>
      <p:pic>
        <p:nvPicPr>
          <p:cNvPr id="5" name="Picture 4" descr="Calculator, pen, compass, money and a paper with graphs printed on it">
            <a:extLst>
              <a:ext uri="{FF2B5EF4-FFF2-40B4-BE49-F238E27FC236}">
                <a16:creationId xmlns:a16="http://schemas.microsoft.com/office/drawing/2014/main" id="{6075F8FF-D80C-D998-35A0-532E1D6FA779}"/>
              </a:ext>
            </a:extLst>
          </p:cNvPr>
          <p:cNvPicPr>
            <a:picLocks noChangeAspect="1"/>
          </p:cNvPicPr>
          <p:nvPr/>
        </p:nvPicPr>
        <p:blipFill>
          <a:blip r:embed="rId2"/>
          <a:srcRect l="29496" r="30228" b="8"/>
          <a:stretch>
            <a:fillRect/>
          </a:stretch>
        </p:blipFill>
        <p:spPr>
          <a:xfrm>
            <a:off x="4572000" y="1"/>
            <a:ext cx="4577118"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FFB60E8C-7224-44A4-87A0-46A1711DD2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96646" y="386930"/>
            <a:ext cx="7606349" cy="1300554"/>
          </a:xfrm>
        </p:spPr>
        <p:txBody>
          <a:bodyPr vert="horz" lIns="91440" tIns="45720" rIns="91440" bIns="45720" rtlCol="0" anchor="b">
            <a:normAutofit/>
          </a:bodyPr>
          <a:lstStyle/>
          <a:p>
            <a:pPr algn="l" defTabSz="914400">
              <a:lnSpc>
                <a:spcPct val="90000"/>
              </a:lnSpc>
            </a:pPr>
            <a:r>
              <a:rPr lang="en-US" sz="4200" dirty="0"/>
              <a:t>Overall</a:t>
            </a:r>
            <a:r>
              <a:rPr lang="en-US" sz="4200" kern="1200" dirty="0">
                <a:latin typeface="+mj-lt"/>
                <a:ea typeface="+mj-ea"/>
                <a:cs typeface="+mj-cs"/>
              </a:rPr>
              <a:t> Home vs Away Win Rate</a:t>
            </a:r>
            <a:br>
              <a:rPr lang="en-US" sz="4200" dirty="0"/>
            </a:br>
            <a:endParaRPr lang="en-US" sz="4200" kern="1200">
              <a:latin typeface="+mj-lt"/>
              <a:ea typeface="Calibri"/>
              <a:cs typeface="Calibri"/>
            </a:endParaRPr>
          </a:p>
        </p:txBody>
      </p:sp>
      <p:sp>
        <p:nvSpPr>
          <p:cNvPr id="22" name="Rectangle 21">
            <a:extLst>
              <a:ext uri="{FF2B5EF4-FFF2-40B4-BE49-F238E27FC236}">
                <a16:creationId xmlns:a16="http://schemas.microsoft.com/office/drawing/2014/main" id="{5DA32751-37A2-45C0-BE94-63D375E270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1998845"/>
            <a:ext cx="859094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8537521"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5A55FBCD-CD42-40F5-8A1B-3203F9CAEE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323318" y="2332075"/>
            <a:ext cx="781700" cy="114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screenshot of a graph&#10;&#10;AI-generated content may be incorrect.">
            <a:extLst>
              <a:ext uri="{FF2B5EF4-FFF2-40B4-BE49-F238E27FC236}">
                <a16:creationId xmlns:a16="http://schemas.microsoft.com/office/drawing/2014/main" id="{D866622D-5E35-D90E-59AD-3C767BF53310}"/>
              </a:ext>
            </a:extLst>
          </p:cNvPr>
          <p:cNvPicPr>
            <a:picLocks noChangeAspect="1"/>
          </p:cNvPicPr>
          <p:nvPr/>
        </p:nvPicPr>
        <p:blipFill>
          <a:blip r:embed="rId2"/>
          <a:stretch>
            <a:fillRect/>
          </a:stretch>
        </p:blipFill>
        <p:spPr>
          <a:xfrm>
            <a:off x="201283" y="2379151"/>
            <a:ext cx="5110855" cy="3951467"/>
          </a:xfrm>
          <a:prstGeom prst="rect">
            <a:avLst/>
          </a:prstGeom>
        </p:spPr>
      </p:pic>
      <p:sp>
        <p:nvSpPr>
          <p:cNvPr id="7" name="TextBox 6">
            <a:extLst>
              <a:ext uri="{FF2B5EF4-FFF2-40B4-BE49-F238E27FC236}">
                <a16:creationId xmlns:a16="http://schemas.microsoft.com/office/drawing/2014/main" id="{7FCA4414-CDD5-DACD-0CC0-474368411007}"/>
              </a:ext>
            </a:extLst>
          </p:cNvPr>
          <p:cNvSpPr txBox="1"/>
          <p:nvPr/>
        </p:nvSpPr>
        <p:spPr>
          <a:xfrm>
            <a:off x="5629983" y="2200983"/>
            <a:ext cx="2144306"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
              <a:buChar char="•"/>
            </a:pPr>
            <a:r>
              <a:rPr lang="en-US" dirty="0"/>
              <a:t>The chart compares overall win rates by location and shows that home teams win about 54.5% of games, while away teams win about 45.5%.</a:t>
            </a:r>
            <a:endParaRPr lang="en-US" dirty="0">
              <a:ea typeface="Calibri"/>
              <a:cs typeface="Calibri"/>
            </a:endParaRPr>
          </a:p>
          <a:p>
            <a:pPr marL="228600" indent="-228600">
              <a:buFont typeface=""/>
              <a:buChar char="•"/>
            </a:pPr>
            <a:r>
              <a:rPr lang="en-US" dirty="0"/>
              <a:t>This roughly 9 percentage point gap suggests a clear home-field advantage in the dataset.</a:t>
            </a:r>
            <a:endParaRPr lang="en-US" dirty="0">
              <a:ea typeface="Calibri"/>
              <a:cs typeface="Calibri"/>
            </a:endParaRPr>
          </a:p>
          <a:p>
            <a:pPr algn="ct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FB60E8C-7224-44A4-87A0-46A1711DD2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96646" y="386930"/>
            <a:ext cx="7606349" cy="1300554"/>
          </a:xfrm>
        </p:spPr>
        <p:txBody>
          <a:bodyPr vert="horz" lIns="91440" tIns="45720" rIns="91440" bIns="45720" rtlCol="0" anchor="b">
            <a:normAutofit/>
          </a:bodyPr>
          <a:lstStyle/>
          <a:p>
            <a:pPr algn="l" defTabSz="914400">
              <a:lnSpc>
                <a:spcPct val="90000"/>
              </a:lnSpc>
            </a:pPr>
            <a:r>
              <a:rPr lang="en-US" sz="4200" dirty="0"/>
              <a:t>Distribution of Score Differentials</a:t>
            </a:r>
            <a:endParaRPr lang="en-US" sz="4200" kern="1200" dirty="0">
              <a:latin typeface="+mj-lt"/>
              <a:ea typeface="Calibri"/>
              <a:cs typeface="Calibri"/>
            </a:endParaRPr>
          </a:p>
        </p:txBody>
      </p:sp>
      <p:sp>
        <p:nvSpPr>
          <p:cNvPr id="11" name="Rectangle 10">
            <a:extLst>
              <a:ext uri="{FF2B5EF4-FFF2-40B4-BE49-F238E27FC236}">
                <a16:creationId xmlns:a16="http://schemas.microsoft.com/office/drawing/2014/main" id="{5DA32751-37A2-45C0-BE94-63D375E270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1998845"/>
            <a:ext cx="859094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8537521"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A55FBCD-CD42-40F5-8A1B-3203F9CAEE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323318" y="2332075"/>
            <a:ext cx="781700" cy="114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63FD6645-7880-6893-D8BA-2FA243C6FFF8}"/>
              </a:ext>
            </a:extLst>
          </p:cNvPr>
          <p:cNvPicPr>
            <a:picLocks noChangeAspect="1"/>
          </p:cNvPicPr>
          <p:nvPr/>
        </p:nvPicPr>
        <p:blipFill>
          <a:blip r:embed="rId2"/>
          <a:stretch>
            <a:fillRect/>
          </a:stretch>
        </p:blipFill>
        <p:spPr>
          <a:xfrm>
            <a:off x="92129" y="2203332"/>
            <a:ext cx="5610522" cy="4266627"/>
          </a:xfrm>
          <a:prstGeom prst="rect">
            <a:avLst/>
          </a:prstGeom>
        </p:spPr>
      </p:pic>
      <p:sp>
        <p:nvSpPr>
          <p:cNvPr id="6" name="TextBox 5">
            <a:extLst>
              <a:ext uri="{FF2B5EF4-FFF2-40B4-BE49-F238E27FC236}">
                <a16:creationId xmlns:a16="http://schemas.microsoft.com/office/drawing/2014/main" id="{C8E6B34A-4A47-A239-BC6D-BF827B941544}"/>
              </a:ext>
            </a:extLst>
          </p:cNvPr>
          <p:cNvSpPr txBox="1"/>
          <p:nvPr/>
        </p:nvSpPr>
        <p:spPr>
          <a:xfrm>
            <a:off x="5701760" y="2202151"/>
            <a:ext cx="2656703"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
              <a:buChar char="•"/>
            </a:pPr>
            <a:r>
              <a:rPr lang="en-US"/>
              <a:t>The distribution of score differentials is centered around small margins (roughly between -10 and +10), meaning most games are decided by relatively few points.</a:t>
            </a:r>
          </a:p>
          <a:p>
            <a:pPr marL="228600" indent="-228600">
              <a:buFont typeface=""/>
              <a:buChar char="•"/>
            </a:pPr>
            <a:r>
              <a:rPr lang="en-US"/>
              <a:t>The tallest bars are on the slightly positive side of the scale, suggesting the team more often wins by a few points than loses by a few points.</a:t>
            </a:r>
          </a:p>
          <a:p>
            <a:pPr algn="ct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FB60E8C-7224-44A4-87A0-46A1711DD2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96646" y="386930"/>
            <a:ext cx="7606349" cy="1300554"/>
          </a:xfrm>
        </p:spPr>
        <p:txBody>
          <a:bodyPr vert="horz" lIns="91440" tIns="45720" rIns="91440" bIns="45720" rtlCol="0" anchor="b">
            <a:normAutofit/>
          </a:bodyPr>
          <a:lstStyle/>
          <a:p>
            <a:pPr algn="l" defTabSz="914400">
              <a:lnSpc>
                <a:spcPct val="90000"/>
              </a:lnSpc>
            </a:pPr>
            <a:r>
              <a:rPr lang="en-US" sz="4200" kern="1200" dirty="0">
                <a:latin typeface="+mj-lt"/>
                <a:ea typeface="+mj-ea"/>
                <a:cs typeface="+mj-cs"/>
              </a:rPr>
              <a:t>Home Win Percentage by Season </a:t>
            </a:r>
            <a:endParaRPr lang="en-US" sz="4200" kern="1200" dirty="0">
              <a:latin typeface="+mj-lt"/>
              <a:ea typeface="Calibri"/>
              <a:cs typeface="Calibri"/>
            </a:endParaRPr>
          </a:p>
        </p:txBody>
      </p:sp>
      <p:sp>
        <p:nvSpPr>
          <p:cNvPr id="11" name="Rectangle 10">
            <a:extLst>
              <a:ext uri="{FF2B5EF4-FFF2-40B4-BE49-F238E27FC236}">
                <a16:creationId xmlns:a16="http://schemas.microsoft.com/office/drawing/2014/main" id="{5DA32751-37A2-45C0-BE94-63D375E270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1998845"/>
            <a:ext cx="859094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8537521"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A55FBCD-CD42-40F5-8A1B-3203F9CAEE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323318" y="2332075"/>
            <a:ext cx="781700" cy="114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line graph with numbers and a line&#10;&#10;AI-generated content may be incorrect.">
            <a:extLst>
              <a:ext uri="{FF2B5EF4-FFF2-40B4-BE49-F238E27FC236}">
                <a16:creationId xmlns:a16="http://schemas.microsoft.com/office/drawing/2014/main" id="{76199D7F-FFBD-B911-6806-99DB94487477}"/>
              </a:ext>
            </a:extLst>
          </p:cNvPr>
          <p:cNvPicPr>
            <a:picLocks noChangeAspect="1"/>
          </p:cNvPicPr>
          <p:nvPr/>
        </p:nvPicPr>
        <p:blipFill>
          <a:blip r:embed="rId2"/>
          <a:stretch>
            <a:fillRect/>
          </a:stretch>
        </p:blipFill>
        <p:spPr>
          <a:xfrm>
            <a:off x="8826" y="2290828"/>
            <a:ext cx="5225144" cy="3953333"/>
          </a:xfrm>
          <a:prstGeom prst="rect">
            <a:avLst/>
          </a:prstGeom>
        </p:spPr>
      </p:pic>
      <p:sp>
        <p:nvSpPr>
          <p:cNvPr id="6" name="TextBox 5">
            <a:extLst>
              <a:ext uri="{FF2B5EF4-FFF2-40B4-BE49-F238E27FC236}">
                <a16:creationId xmlns:a16="http://schemas.microsoft.com/office/drawing/2014/main" id="{D59237C4-4106-F347-ACEC-7A0F5404486A}"/>
              </a:ext>
            </a:extLst>
          </p:cNvPr>
          <p:cNvSpPr txBox="1"/>
          <p:nvPr/>
        </p:nvSpPr>
        <p:spPr>
          <a:xfrm>
            <a:off x="5233967" y="2387501"/>
            <a:ext cx="3159802"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
              <a:buChar char="•"/>
            </a:pPr>
            <a:r>
              <a:rPr lang="en-US"/>
              <a:t>Home win percentage starts high around 2018, dips to its lowest point around the 2020 season, and then climbs back up, peaking again in 2022 before slightly leveling off in 2023.</a:t>
            </a:r>
          </a:p>
          <a:p>
            <a:pPr marL="228600" indent="-228600">
              <a:buFont typeface=""/>
              <a:buChar char="•"/>
            </a:pPr>
            <a:r>
              <a:rPr lang="en-US"/>
              <a:t>In every season shown, the home win rate stays above 50%, indicating a consistent home-field advantage over the entire period.</a:t>
            </a:r>
          </a:p>
          <a:p>
            <a:pPr algn="ct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FB60E8C-7224-44A4-87A0-46A1711DD2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96646" y="386930"/>
            <a:ext cx="7606349" cy="1300554"/>
          </a:xfrm>
        </p:spPr>
        <p:txBody>
          <a:bodyPr vert="horz" lIns="91440" tIns="45720" rIns="91440" bIns="45720" rtlCol="0" anchor="b">
            <a:normAutofit/>
          </a:bodyPr>
          <a:lstStyle/>
          <a:p>
            <a:pPr algn="l" defTabSz="914400">
              <a:lnSpc>
                <a:spcPct val="90000"/>
              </a:lnSpc>
            </a:pPr>
            <a:r>
              <a:rPr lang="en-US" sz="4200" dirty="0">
                <a:ea typeface="Calibri"/>
                <a:cs typeface="Calibri"/>
              </a:rPr>
              <a:t>Regular Season Vs Playoffs Home Win Rate</a:t>
            </a:r>
            <a:endParaRPr lang="en-US" sz="4200" kern="1200" dirty="0">
              <a:latin typeface="+mj-lt"/>
              <a:ea typeface="Calibri"/>
              <a:cs typeface="Calibri"/>
            </a:endParaRPr>
          </a:p>
        </p:txBody>
      </p:sp>
      <p:sp>
        <p:nvSpPr>
          <p:cNvPr id="11" name="Rectangle 10">
            <a:extLst>
              <a:ext uri="{FF2B5EF4-FFF2-40B4-BE49-F238E27FC236}">
                <a16:creationId xmlns:a16="http://schemas.microsoft.com/office/drawing/2014/main" id="{5DA32751-37A2-45C0-BE94-63D375E270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1998845"/>
            <a:ext cx="859094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8537521"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A55FBCD-CD42-40F5-8A1B-3203F9CAEE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323318" y="2332075"/>
            <a:ext cx="781700" cy="114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screenshot of a graph&#10;&#10;AI-generated content may be incorrect.">
            <a:extLst>
              <a:ext uri="{FF2B5EF4-FFF2-40B4-BE49-F238E27FC236}">
                <a16:creationId xmlns:a16="http://schemas.microsoft.com/office/drawing/2014/main" id="{C1FA53F1-F77C-6E2A-73BD-61B529C1815F}"/>
              </a:ext>
            </a:extLst>
          </p:cNvPr>
          <p:cNvPicPr>
            <a:picLocks noChangeAspect="1"/>
          </p:cNvPicPr>
          <p:nvPr/>
        </p:nvPicPr>
        <p:blipFill>
          <a:blip r:embed="rId2"/>
          <a:stretch>
            <a:fillRect/>
          </a:stretch>
        </p:blipFill>
        <p:spPr>
          <a:xfrm>
            <a:off x="0" y="2201384"/>
            <a:ext cx="5834153" cy="4255788"/>
          </a:xfrm>
          <a:prstGeom prst="rect">
            <a:avLst/>
          </a:prstGeom>
        </p:spPr>
      </p:pic>
      <p:sp>
        <p:nvSpPr>
          <p:cNvPr id="8" name="TextBox 7">
            <a:extLst>
              <a:ext uri="{FF2B5EF4-FFF2-40B4-BE49-F238E27FC236}">
                <a16:creationId xmlns:a16="http://schemas.microsoft.com/office/drawing/2014/main" id="{0C70D14F-58CB-6532-8C81-60450F2F46B0}"/>
              </a:ext>
            </a:extLst>
          </p:cNvPr>
          <p:cNvSpPr txBox="1"/>
          <p:nvPr/>
        </p:nvSpPr>
        <p:spPr>
          <a:xfrm>
            <a:off x="5825326" y="2387503"/>
            <a:ext cx="2895014"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
              <a:buChar char="•"/>
            </a:pPr>
            <a:r>
              <a:rPr lang="en-US" dirty="0"/>
              <a:t>The chart shows that the home win rate is higher in the playoffs (~60.8%) than in the regular season (~54.2%), indicating that home teams perform even better in postseason games.</a:t>
            </a:r>
            <a:endParaRPr lang="en-US">
              <a:ea typeface="Calibri"/>
              <a:cs typeface="Calibri"/>
            </a:endParaRPr>
          </a:p>
          <a:p>
            <a:pPr marL="228600" indent="-228600">
              <a:buFont typeface=""/>
              <a:buChar char="•"/>
            </a:pPr>
            <a:r>
              <a:rPr lang="en-US" dirty="0"/>
              <a:t>In both the regular season and the playoffs, the home win rate is well above 50%, confirming a consistent home-field advantage.</a:t>
            </a:r>
            <a:endParaRPr lang="en-US">
              <a:ea typeface="Calibri"/>
              <a:cs typeface="Calibri"/>
            </a:endParaRPr>
          </a:p>
          <a:p>
            <a:pPr algn="ct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FB60E8C-7224-44A4-87A0-46A1711DD2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96646" y="386930"/>
            <a:ext cx="7606349" cy="1300554"/>
          </a:xfrm>
        </p:spPr>
        <p:txBody>
          <a:bodyPr vert="horz" lIns="91440" tIns="45720" rIns="91440" bIns="45720" rtlCol="0" anchor="b">
            <a:normAutofit/>
          </a:bodyPr>
          <a:lstStyle/>
          <a:p>
            <a:pPr algn="l" defTabSz="914400">
              <a:lnSpc>
                <a:spcPct val="90000"/>
              </a:lnSpc>
            </a:pPr>
            <a:r>
              <a:rPr lang="en-US" sz="4200" kern="1200" dirty="0">
                <a:latin typeface="+mj-lt"/>
                <a:ea typeface="+mj-ea"/>
                <a:cs typeface="+mj-cs"/>
              </a:rPr>
              <a:t>Top Teams by Home Win Percentage</a:t>
            </a:r>
            <a:endParaRPr lang="en-US" sz="4200" kern="1200" dirty="0">
              <a:latin typeface="+mj-lt"/>
              <a:ea typeface="Calibri"/>
              <a:cs typeface="Calibri"/>
            </a:endParaRPr>
          </a:p>
        </p:txBody>
      </p:sp>
      <p:sp>
        <p:nvSpPr>
          <p:cNvPr id="11" name="Rectangle 10">
            <a:extLst>
              <a:ext uri="{FF2B5EF4-FFF2-40B4-BE49-F238E27FC236}">
                <a16:creationId xmlns:a16="http://schemas.microsoft.com/office/drawing/2014/main" id="{5DA32751-37A2-45C0-BE94-63D375E270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1998845"/>
            <a:ext cx="859094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8537521"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A55FBCD-CD42-40F5-8A1B-3203F9CAEE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323318" y="2332075"/>
            <a:ext cx="781700" cy="114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09F37456-BFA6-3C35-0B2B-3537EBFEBDCD}"/>
              </a:ext>
            </a:extLst>
          </p:cNvPr>
          <p:cNvPicPr>
            <a:picLocks noChangeAspect="1"/>
          </p:cNvPicPr>
          <p:nvPr/>
        </p:nvPicPr>
        <p:blipFill>
          <a:blip r:embed="rId2"/>
          <a:stretch>
            <a:fillRect/>
          </a:stretch>
        </p:blipFill>
        <p:spPr>
          <a:xfrm>
            <a:off x="0" y="2202199"/>
            <a:ext cx="6549081" cy="4192373"/>
          </a:xfrm>
          <a:prstGeom prst="rect">
            <a:avLst/>
          </a:prstGeom>
        </p:spPr>
      </p:pic>
      <p:sp>
        <p:nvSpPr>
          <p:cNvPr id="6" name="TextBox 5">
            <a:extLst>
              <a:ext uri="{FF2B5EF4-FFF2-40B4-BE49-F238E27FC236}">
                <a16:creationId xmlns:a16="http://schemas.microsoft.com/office/drawing/2014/main" id="{8F073DEC-16A3-B657-1804-B7C641384C3F}"/>
              </a:ext>
            </a:extLst>
          </p:cNvPr>
          <p:cNvSpPr txBox="1"/>
          <p:nvPr/>
        </p:nvSpPr>
        <p:spPr>
          <a:xfrm>
            <a:off x="6549081" y="2299240"/>
            <a:ext cx="1862339"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
              <a:buChar char="•"/>
            </a:pPr>
            <a:r>
              <a:rPr lang="en-US"/>
              <a:t>This chart ranks teams by home win percentage, with Kansas City (KC)</a:t>
            </a:r>
            <a:r>
              <a:rPr lang="en-US" dirty="0"/>
              <a:t> </a:t>
            </a:r>
            <a:r>
              <a:rPr lang="en-US"/>
              <a:t>having the highest rate at about 76.6%, followed by Green Bay (GB)</a:t>
            </a:r>
            <a:r>
              <a:rPr lang="en-US" dirty="0"/>
              <a:t> </a:t>
            </a:r>
            <a:r>
              <a:rPr lang="en-US"/>
              <a:t>at roughly 73.1%.</a:t>
            </a:r>
            <a:endParaRPr lang="en-US">
              <a:ea typeface="Calibri"/>
              <a:cs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50041" y="586855"/>
            <a:ext cx="2401025" cy="3387497"/>
          </a:xfrm>
        </p:spPr>
        <p:txBody>
          <a:bodyPr anchor="b">
            <a:normAutofit/>
          </a:bodyPr>
          <a:lstStyle/>
          <a:p>
            <a:pPr algn="r"/>
            <a:r>
              <a:rPr lang="en-US" sz="3500">
                <a:solidFill>
                  <a:srgbClr val="FFFFFF"/>
                </a:solidFill>
              </a:rPr>
              <a:t>Summary of Key Findings</a:t>
            </a:r>
          </a:p>
        </p:txBody>
      </p:sp>
      <p:sp>
        <p:nvSpPr>
          <p:cNvPr id="3" name="Content Placeholder 2"/>
          <p:cNvSpPr>
            <a:spLocks noGrp="1"/>
          </p:cNvSpPr>
          <p:nvPr>
            <p:ph idx="1"/>
          </p:nvPr>
        </p:nvSpPr>
        <p:spPr>
          <a:xfrm>
            <a:off x="3607694" y="649480"/>
            <a:ext cx="4916510" cy="5546047"/>
          </a:xfrm>
        </p:spPr>
        <p:txBody>
          <a:bodyPr anchor="ctr">
            <a:normAutofit/>
          </a:bodyPr>
          <a:lstStyle/>
          <a:p>
            <a:r>
              <a:rPr lang="en-US" sz="1700"/>
              <a:t>Home teams win more than half of games and typically outscore away teams by a small margin.</a:t>
            </a:r>
          </a:p>
          <a:p>
            <a:r>
              <a:rPr lang="en-US" sz="1700"/>
              <a:t>Home-field advantage appears to be present in the modern NFL, though magnitude may vary by season.</a:t>
            </a:r>
          </a:p>
          <a:p>
            <a:r>
              <a:rPr lang="en-US" sz="1700"/>
              <a:t>Patterns around 2020 could be linked to COVID-19 and reduced stadium attendance.</a:t>
            </a:r>
          </a:p>
          <a:p>
            <a:r>
              <a:rPr lang="en-US" sz="1700"/>
              <a:t>Some teams show especially strong home records, while others are closer to neutral at home.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256032"/>
            <a:ext cx="7879842" cy="1014984"/>
          </a:xfrm>
        </p:spPr>
        <p:txBody>
          <a:bodyPr anchor="b">
            <a:normAutofit/>
          </a:bodyPr>
          <a:lstStyle/>
          <a:p>
            <a:r>
              <a:t>Implications for Teams &amp; Coaches</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464" y="1634502"/>
            <a:ext cx="783869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30936" y="1538176"/>
            <a:ext cx="1405092"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FACAEEE0-F28B-AFFD-7937-F34CAA999830}"/>
              </a:ext>
            </a:extLst>
          </p:cNvPr>
          <p:cNvGraphicFramePr>
            <a:graphicFrameLocks noGrp="1"/>
          </p:cNvGraphicFramePr>
          <p:nvPr>
            <p:ph idx="1"/>
            <p:extLst>
              <p:ext uri="{D42A27DB-BD31-4B8C-83A1-F6EECF244321}">
                <p14:modId xmlns:p14="http://schemas.microsoft.com/office/powerpoint/2010/main" val="3503407551"/>
              </p:ext>
            </p:extLst>
          </p:nvPr>
        </p:nvGraphicFramePr>
        <p:xfrm>
          <a:off x="628650" y="1926266"/>
          <a:ext cx="78867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5F9770C6-1334-3C89-63EA-AC191C022913}"/>
              </a:ext>
            </a:extLst>
          </p:cNvPr>
          <p:cNvPicPr>
            <a:picLocks noChangeAspect="1"/>
          </p:cNvPicPr>
          <p:nvPr/>
        </p:nvPicPr>
        <p:blipFill>
          <a:blip r:embed="rId2"/>
          <a:srcRect l="45240" r="19645" b="6250"/>
          <a:stretch>
            <a:fillRect/>
          </a:stretch>
        </p:blipFill>
        <p:spPr>
          <a:xfrm>
            <a:off x="4577270" y="10"/>
            <a:ext cx="4566728" cy="6857990"/>
          </a:xfrm>
          <a:prstGeom prst="rect">
            <a:avLst/>
          </a:prstGeom>
        </p:spPr>
      </p:pic>
      <p:sp useBgFill="1">
        <p:nvSpPr>
          <p:cNvPr id="11" name="Rectangle 10">
            <a:extLst>
              <a:ext uri="{FF2B5EF4-FFF2-40B4-BE49-F238E27FC236}">
                <a16:creationId xmlns:a16="http://schemas.microsoft.com/office/drawing/2014/main" id="{59B296B9-C5A5-4E4F-9B60-C907B5F146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7268"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D0300FD3-5AF1-6305-15FA-9078072672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7268" cy="2285995"/>
          </a:xfrm>
          <a:prstGeom prst="rect">
            <a:avLst/>
          </a:prstGeom>
          <a:ln>
            <a:noFill/>
          </a:ln>
          <a:effectLst>
            <a:outerShdw blurRad="254000" dist="127000" dir="5460000" sx="92000" sy="92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0" y="328512"/>
            <a:ext cx="3583791" cy="1628970"/>
          </a:xfrm>
        </p:spPr>
        <p:txBody>
          <a:bodyPr anchor="ctr">
            <a:normAutofit/>
          </a:bodyPr>
          <a:lstStyle/>
          <a:p>
            <a:pPr>
              <a:lnSpc>
                <a:spcPct val="90000"/>
              </a:lnSpc>
            </a:pPr>
            <a:r>
              <a:rPr lang="en-US" sz="3500"/>
              <a:t>Implications for League &amp; Sportsbooks</a:t>
            </a:r>
          </a:p>
        </p:txBody>
      </p:sp>
      <p:sp>
        <p:nvSpPr>
          <p:cNvPr id="3" name="Content Placeholder 2"/>
          <p:cNvSpPr>
            <a:spLocks noGrp="1"/>
          </p:cNvSpPr>
          <p:nvPr>
            <p:ph idx="1"/>
          </p:nvPr>
        </p:nvSpPr>
        <p:spPr>
          <a:xfrm>
            <a:off x="571350" y="2884929"/>
            <a:ext cx="3494817" cy="3374137"/>
          </a:xfrm>
        </p:spPr>
        <p:txBody>
          <a:bodyPr anchor="ctr">
            <a:normAutofit/>
          </a:bodyPr>
          <a:lstStyle/>
          <a:p>
            <a:r>
              <a:rPr lang="en-US" sz="1700"/>
              <a:t>League should monitor long-term trends in home-field advantage.</a:t>
            </a:r>
          </a:p>
          <a:p>
            <a:r>
              <a:rPr lang="en-US" sz="1700"/>
              <a:t>Scheduling and rule changes can be evaluated using this type of analysis.</a:t>
            </a:r>
          </a:p>
          <a:p>
            <a:r>
              <a:rPr lang="en-US" sz="1700"/>
              <a:t>Sportsbooks and bettors should explicitly account for home-field effects in models.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8697" y="348865"/>
            <a:ext cx="7533018" cy="877729"/>
          </a:xfrm>
        </p:spPr>
        <p:txBody>
          <a:bodyPr anchor="ctr">
            <a:normAutofit/>
          </a:bodyPr>
          <a:lstStyle/>
          <a:p>
            <a:r>
              <a:rPr lang="en-US" sz="3500">
                <a:solidFill>
                  <a:srgbClr val="FFFFFF"/>
                </a:solidFill>
              </a:rPr>
              <a:t>Limitations &amp; Future Directions</a:t>
            </a:r>
          </a:p>
        </p:txBody>
      </p:sp>
      <p:graphicFrame>
        <p:nvGraphicFramePr>
          <p:cNvPr id="5" name="Content Placeholder 2">
            <a:extLst>
              <a:ext uri="{FF2B5EF4-FFF2-40B4-BE49-F238E27FC236}">
                <a16:creationId xmlns:a16="http://schemas.microsoft.com/office/drawing/2014/main" id="{D5CC16AB-58DA-DD08-DBBC-CFB9618C610F}"/>
              </a:ext>
            </a:extLst>
          </p:cNvPr>
          <p:cNvGraphicFramePr>
            <a:graphicFrameLocks noGrp="1"/>
          </p:cNvGraphicFramePr>
          <p:nvPr>
            <p:ph idx="1"/>
            <p:extLst>
              <p:ext uri="{D42A27DB-BD31-4B8C-83A1-F6EECF244321}">
                <p14:modId xmlns:p14="http://schemas.microsoft.com/office/powerpoint/2010/main" val="2770923172"/>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50041" y="586855"/>
            <a:ext cx="2401025" cy="3387497"/>
          </a:xfrm>
        </p:spPr>
        <p:txBody>
          <a:bodyPr anchor="b">
            <a:normAutofit/>
          </a:bodyPr>
          <a:lstStyle/>
          <a:p>
            <a:pPr algn="r"/>
            <a:r>
              <a:rPr lang="en-US" sz="3500">
                <a:solidFill>
                  <a:srgbClr val="FFFFFF"/>
                </a:solidFill>
              </a:rPr>
              <a:t>GitHub Project Structure</a:t>
            </a:r>
          </a:p>
        </p:txBody>
      </p:sp>
      <p:sp>
        <p:nvSpPr>
          <p:cNvPr id="3" name="Content Placeholder 2"/>
          <p:cNvSpPr>
            <a:spLocks noGrp="1"/>
          </p:cNvSpPr>
          <p:nvPr>
            <p:ph idx="1"/>
          </p:nvPr>
        </p:nvSpPr>
        <p:spPr>
          <a:xfrm>
            <a:off x="3607694" y="649480"/>
            <a:ext cx="4916510" cy="5546047"/>
          </a:xfrm>
        </p:spPr>
        <p:txBody>
          <a:bodyPr anchor="ctr">
            <a:normAutofit/>
          </a:bodyPr>
          <a:lstStyle/>
          <a:p>
            <a:r>
              <a:rPr lang="en-US" sz="1700"/>
              <a:t>data/ – Original and cleaned datasets (e.g., nfl_mahomes_era_games.csv).</a:t>
            </a:r>
          </a:p>
          <a:p>
            <a:r>
              <a:rPr lang="en-US" sz="1700"/>
              <a:t>code/ – Scripts or notebooks for data cleaning and analysis.</a:t>
            </a:r>
          </a:p>
          <a:p>
            <a:r>
              <a:rPr lang="en-US" sz="1700"/>
              <a:t>figures/ – Exported charts used in the presentation and report.</a:t>
            </a:r>
          </a:p>
          <a:p>
            <a:r>
              <a:rPr lang="en-US" sz="1700"/>
              <a:t>report/ – Business case report summarizing objectives, methods, and findings.</a:t>
            </a:r>
          </a:p>
          <a:p>
            <a:r>
              <a:rPr lang="en-US" sz="1700"/>
              <a:t>README.md – Data description, download instructions, and reproduction steps.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391835"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2" y="350196"/>
            <a:ext cx="3485178" cy="1624520"/>
          </a:xfrm>
        </p:spPr>
        <p:txBody>
          <a:bodyPr anchor="ctr">
            <a:normAutofit/>
          </a:bodyPr>
          <a:lstStyle/>
          <a:p>
            <a:r>
              <a:rPr lang="en-US" sz="3500"/>
              <a:t>Conclusion &amp; Q&amp;A</a:t>
            </a:r>
          </a:p>
        </p:txBody>
      </p:sp>
      <p:sp>
        <p:nvSpPr>
          <p:cNvPr id="3" name="Content Placeholder 2"/>
          <p:cNvSpPr>
            <a:spLocks noGrp="1"/>
          </p:cNvSpPr>
          <p:nvPr>
            <p:ph idx="1"/>
          </p:nvPr>
        </p:nvSpPr>
        <p:spPr>
          <a:xfrm>
            <a:off x="571351" y="2743200"/>
            <a:ext cx="3485179" cy="3613149"/>
          </a:xfrm>
        </p:spPr>
        <p:txBody>
          <a:bodyPr anchor="ctr">
            <a:normAutofit/>
          </a:bodyPr>
          <a:lstStyle/>
          <a:p>
            <a:r>
              <a:rPr lang="en-US" sz="1700"/>
              <a:t>We used real NFL outcomes to quantify modern home-field advantage.</a:t>
            </a:r>
          </a:p>
          <a:p>
            <a:r>
              <a:rPr lang="en-US" sz="1700"/>
              <a:t>Evidence can inform decisions for teams, the league, and analytics roles.</a:t>
            </a:r>
          </a:p>
          <a:p>
            <a:r>
              <a:rPr lang="en-US" sz="1700"/>
              <a:t>Next steps: refine models, add more covariates, and extend the time horizon.</a:t>
            </a:r>
          </a:p>
          <a:p>
            <a:r>
              <a:rPr lang="en-US" sz="1700"/>
              <a:t>Thank you! Questions?</a:t>
            </a:r>
          </a:p>
        </p:txBody>
      </p:sp>
      <p:pic>
        <p:nvPicPr>
          <p:cNvPr id="5" name="Picture 4" descr="Football on green playing field">
            <a:extLst>
              <a:ext uri="{FF2B5EF4-FFF2-40B4-BE49-F238E27FC236}">
                <a16:creationId xmlns:a16="http://schemas.microsoft.com/office/drawing/2014/main" id="{A0662802-1D37-9B6E-FB9F-754717BFE849}"/>
              </a:ext>
            </a:extLst>
          </p:cNvPr>
          <p:cNvPicPr>
            <a:picLocks noChangeAspect="1"/>
          </p:cNvPicPr>
          <p:nvPr/>
        </p:nvPicPr>
        <p:blipFill>
          <a:blip r:embed="rId2"/>
          <a:srcRect l="37961" r="17554" b="-3"/>
          <a:stretch>
            <a:fillRect/>
          </a:stretch>
        </p:blipFill>
        <p:spPr>
          <a:xfrm>
            <a:off x="4572000" y="1"/>
            <a:ext cx="4577118"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607048df-c665-4a20-914d-c9c65830a60d"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E4EC7A4CBC1BE4C80033A7D444194B2" ma:contentTypeVersion="10" ma:contentTypeDescription="Create a new document." ma:contentTypeScope="" ma:versionID="aa76b4662d28bd29fc6a003e9de3204b">
  <xsd:schema xmlns:xsd="http://www.w3.org/2001/XMLSchema" xmlns:xs="http://www.w3.org/2001/XMLSchema" xmlns:p="http://schemas.microsoft.com/office/2006/metadata/properties" xmlns:ns3="607048df-c665-4a20-914d-c9c65830a60d" targetNamespace="http://schemas.microsoft.com/office/2006/metadata/properties" ma:root="true" ma:fieldsID="6dafdc9769c9b2afdff9e5d773805034" ns3:_="">
    <xsd:import namespace="607048df-c665-4a20-914d-c9c65830a60d"/>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element ref="ns3:MediaServiceDateTaken" minOccurs="0"/>
                <xsd:element ref="ns3:_activity"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07048df-c665-4a20-914d-c9c65830a60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_activity" ma:index="13" nillable="true" ma:displayName="_activity" ma:hidden="true" ma:internalName="_activity">
      <xsd:simpleType>
        <xsd:restriction base="dms:Note"/>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28E0CFC-A49C-447A-9DAA-3B680AED0B5D}">
  <ds:schemaRefs>
    <ds:schemaRef ds:uri="http://schemas.microsoft.com/sharepoint/v3/contenttype/forms"/>
  </ds:schemaRefs>
</ds:datastoreItem>
</file>

<file path=customXml/itemProps2.xml><?xml version="1.0" encoding="utf-8"?>
<ds:datastoreItem xmlns:ds="http://schemas.openxmlformats.org/officeDocument/2006/customXml" ds:itemID="{5580E11A-E671-4B42-BBF2-3DF38CB70162}">
  <ds:schemaRefs>
    <ds:schemaRef ds:uri="607048df-c665-4a20-914d-c9c65830a60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73AF1A3F-6409-4CC8-8FB8-9836521E8DE4}">
  <ds:schemaRefs>
    <ds:schemaRef ds:uri="607048df-c665-4a20-914d-c9c65830a60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(4:3)</PresentationFormat>
  <Slides>21</Slides>
  <Notes>0</Notes>
  <HiddenSlides>0</HiddenSlide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NFL Home-Field Advantage in the Mahomes Era</vt:lpstr>
      <vt:lpstr>Table of Contents</vt:lpstr>
      <vt:lpstr>Understanding Home-Field Advantage</vt:lpstr>
      <vt:lpstr>Why This Matters for Business</vt:lpstr>
      <vt:lpstr>Research Questions</vt:lpstr>
      <vt:lpstr>Dataset: NFL Game Outcomes (2018–Present)</vt:lpstr>
      <vt:lpstr>Key Variables</vt:lpstr>
      <vt:lpstr>Data Limitations &amp; Context</vt:lpstr>
      <vt:lpstr>Methodology</vt:lpstr>
      <vt:lpstr>Statistical Approach</vt:lpstr>
      <vt:lpstr>Overall Home vs Away Win Rate </vt:lpstr>
      <vt:lpstr>Distribution of Score Differentials</vt:lpstr>
      <vt:lpstr>Home Win Percentage by Season </vt:lpstr>
      <vt:lpstr>Regular Season Vs Playoffs Home Win Rate</vt:lpstr>
      <vt:lpstr>Top Teams by Home Win Percentage</vt:lpstr>
      <vt:lpstr>Summary of Key Findings</vt:lpstr>
      <vt:lpstr>Implications for Teams &amp; Coaches</vt:lpstr>
      <vt:lpstr>Implications for League &amp; Sportsbooks</vt:lpstr>
      <vt:lpstr>Limitations &amp; Future Directions</vt:lpstr>
      <vt:lpstr>GitHub Project Structure</vt:lpstr>
      <vt:lpstr>Conclusion &amp; Q&amp;A</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revision>94</cp:revision>
  <dcterms:created xsi:type="dcterms:W3CDTF">2013-01-27T09:14:16Z</dcterms:created>
  <dcterms:modified xsi:type="dcterms:W3CDTF">2025-12-11T16:00:54Z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0x0101009E4EC7A4CBC1BE4C80033A7D444194B2</vt:lpwstr>
  </property>
</Properties>
</file>